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75" r:id="rId4"/>
    <p:sldId id="276" r:id="rId5"/>
    <p:sldId id="277" r:id="rId6"/>
    <p:sldId id="278"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59" r:id="rId21"/>
  </p:sldIdLst>
  <p:sldSz cx="12192000" cy="6858000"/>
  <p:notesSz cx="6858000" cy="9144000"/>
  <p:embeddedFontLst>
    <p:embeddedFont>
      <p:font typeface="Lato Black" panose="020F0502020204030203" pitchFamily="34" charset="0"/>
      <p:bold r:id="rId23"/>
      <p:boldItalic r:id="rId24"/>
    </p:embeddedFont>
    <p:embeddedFont>
      <p:font typeface="Libre Baskerville"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CF429-5E76-4078-B8D6-3BABEFA89FAD}" v="71" dt="2026-08-16T08:34:47.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VETHA S" userId="effa5bfef15127c1" providerId="LiveId" clId="{71AE3A8A-58D0-467F-84FA-787382E2AA72}"/>
    <pc:docChg chg="undo custSel addSld delSld modSld">
      <pc:chgData name="NIVETHA S" userId="effa5bfef15127c1" providerId="LiveId" clId="{71AE3A8A-58D0-467F-84FA-787382E2AA72}" dt="2026-08-17T09:24:40.186" v="1650" actId="14100"/>
      <pc:docMkLst>
        <pc:docMk/>
      </pc:docMkLst>
      <pc:sldChg chg="modSp mod">
        <pc:chgData name="NIVETHA S" userId="effa5bfef15127c1" providerId="LiveId" clId="{71AE3A8A-58D0-467F-84FA-787382E2AA72}" dt="2026-08-17T09:24:40.186" v="1650" actId="14100"/>
        <pc:sldMkLst>
          <pc:docMk/>
          <pc:sldMk cId="0" sldId="256"/>
        </pc:sldMkLst>
        <pc:spChg chg="mod">
          <ac:chgData name="NIVETHA S" userId="effa5bfef15127c1" providerId="LiveId" clId="{71AE3A8A-58D0-467F-84FA-787382E2AA72}" dt="2026-08-17T09:24:40.186" v="1650" actId="14100"/>
          <ac:spMkLst>
            <pc:docMk/>
            <pc:sldMk cId="0" sldId="256"/>
            <ac:spMk id="99" creationId="{00000000-0000-0000-0000-000000000000}"/>
          </ac:spMkLst>
        </pc:spChg>
        <pc:picChg chg="mod">
          <ac:chgData name="NIVETHA S" userId="effa5bfef15127c1" providerId="LiveId" clId="{71AE3A8A-58D0-467F-84FA-787382E2AA72}" dt="2026-08-12T19:03:29.749" v="182" actId="1076"/>
          <ac:picMkLst>
            <pc:docMk/>
            <pc:sldMk cId="0" sldId="256"/>
            <ac:picMk id="98" creationId="{00000000-0000-0000-0000-000000000000}"/>
          </ac:picMkLst>
        </pc:picChg>
      </pc:sldChg>
      <pc:sldChg chg="modSp mod">
        <pc:chgData name="NIVETHA S" userId="effa5bfef15127c1" providerId="LiveId" clId="{71AE3A8A-58D0-467F-84FA-787382E2AA72}" dt="2026-08-16T08:03:28.366" v="1299" actId="14100"/>
        <pc:sldMkLst>
          <pc:docMk/>
          <pc:sldMk cId="0" sldId="257"/>
        </pc:sldMkLst>
        <pc:spChg chg="mod">
          <ac:chgData name="NIVETHA S" userId="effa5bfef15127c1" providerId="LiveId" clId="{71AE3A8A-58D0-467F-84FA-787382E2AA72}" dt="2026-08-16T07:30:32.257" v="1154" actId="2711"/>
          <ac:spMkLst>
            <pc:docMk/>
            <pc:sldMk cId="0" sldId="257"/>
            <ac:spMk id="104" creationId="{00000000-0000-0000-0000-000000000000}"/>
          </ac:spMkLst>
        </pc:spChg>
        <pc:spChg chg="mod">
          <ac:chgData name="NIVETHA S" userId="effa5bfef15127c1" providerId="LiveId" clId="{71AE3A8A-58D0-467F-84FA-787382E2AA72}" dt="2026-08-16T08:03:28.366" v="1299" actId="14100"/>
          <ac:spMkLst>
            <pc:docMk/>
            <pc:sldMk cId="0" sldId="257"/>
            <ac:spMk id="105" creationId="{00000000-0000-0000-0000-000000000000}"/>
          </ac:spMkLst>
        </pc:spChg>
      </pc:sldChg>
      <pc:sldChg chg="addSp delSp modSp mod">
        <pc:chgData name="NIVETHA S" userId="effa5bfef15127c1" providerId="LiveId" clId="{71AE3A8A-58D0-467F-84FA-787382E2AA72}" dt="2026-08-16T08:14:38.906" v="1487" actId="20577"/>
        <pc:sldMkLst>
          <pc:docMk/>
          <pc:sldMk cId="2327667622" sldId="262"/>
        </pc:sldMkLst>
        <pc:spChg chg="add mod">
          <ac:chgData name="NIVETHA S" userId="effa5bfef15127c1" providerId="LiveId" clId="{71AE3A8A-58D0-467F-84FA-787382E2AA72}" dt="2026-08-16T08:13:50.892" v="1469" actId="1076"/>
          <ac:spMkLst>
            <pc:docMk/>
            <pc:sldMk cId="2327667622" sldId="262"/>
            <ac:spMk id="2" creationId="{31F74C91-602B-0B46-39B7-330A1F578385}"/>
          </ac:spMkLst>
        </pc:spChg>
        <pc:spChg chg="add mod">
          <ac:chgData name="NIVETHA S" userId="effa5bfef15127c1" providerId="LiveId" clId="{71AE3A8A-58D0-467F-84FA-787382E2AA72}" dt="2026-08-16T08:13:54.195" v="1470" actId="1076"/>
          <ac:spMkLst>
            <pc:docMk/>
            <pc:sldMk cId="2327667622" sldId="262"/>
            <ac:spMk id="4" creationId="{CEDB8792-A945-B7AA-3231-CC8BAFA552A9}"/>
          </ac:spMkLst>
        </pc:spChg>
        <pc:spChg chg="add mod">
          <ac:chgData name="NIVETHA S" userId="effa5bfef15127c1" providerId="LiveId" clId="{71AE3A8A-58D0-467F-84FA-787382E2AA72}" dt="2026-08-13T14:03:49.129" v="695" actId="1076"/>
          <ac:spMkLst>
            <pc:docMk/>
            <pc:sldMk cId="2327667622" sldId="262"/>
            <ac:spMk id="6" creationId="{68B1B7E9-153D-7FBE-6C41-88C9CD8EC5A2}"/>
          </ac:spMkLst>
        </pc:spChg>
        <pc:spChg chg="add del mod">
          <ac:chgData name="NIVETHA S" userId="effa5bfef15127c1" providerId="LiveId" clId="{71AE3A8A-58D0-467F-84FA-787382E2AA72}" dt="2026-08-16T08:09:33.786" v="1438"/>
          <ac:spMkLst>
            <pc:docMk/>
            <pc:sldMk cId="2327667622" sldId="262"/>
            <ac:spMk id="7" creationId="{9C32B65F-0F67-E54C-7BF6-C375447E94C6}"/>
          </ac:spMkLst>
        </pc:spChg>
        <pc:spChg chg="add mod">
          <ac:chgData name="NIVETHA S" userId="effa5bfef15127c1" providerId="LiveId" clId="{71AE3A8A-58D0-467F-84FA-787382E2AA72}" dt="2026-08-13T14:26:10.013" v="774" actId="5793"/>
          <ac:spMkLst>
            <pc:docMk/>
            <pc:sldMk cId="2327667622" sldId="262"/>
            <ac:spMk id="8" creationId="{96D0AC94-F234-A11F-E885-CD80D81945F5}"/>
          </ac:spMkLst>
        </pc:spChg>
        <pc:spChg chg="add mod">
          <ac:chgData name="NIVETHA S" userId="effa5bfef15127c1" providerId="LiveId" clId="{71AE3A8A-58D0-467F-84FA-787382E2AA72}" dt="2026-08-16T08:14:29.144" v="1484" actId="20577"/>
          <ac:spMkLst>
            <pc:docMk/>
            <pc:sldMk cId="2327667622" sldId="262"/>
            <ac:spMk id="10" creationId="{70F3934B-3B27-E73A-4DEA-EF1A9E634FDF}"/>
          </ac:spMkLst>
        </pc:spChg>
        <pc:spChg chg="add mod">
          <ac:chgData name="NIVETHA S" userId="effa5bfef15127c1" providerId="LiveId" clId="{71AE3A8A-58D0-467F-84FA-787382E2AA72}" dt="2026-08-16T08:14:38.906" v="1487" actId="20577"/>
          <ac:spMkLst>
            <pc:docMk/>
            <pc:sldMk cId="2327667622" sldId="262"/>
            <ac:spMk id="11" creationId="{C135D633-74B2-B161-EB90-F7FA4C13D229}"/>
          </ac:spMkLst>
        </pc:spChg>
        <pc:picChg chg="add mod">
          <ac:chgData name="NIVETHA S" userId="effa5bfef15127c1" providerId="LiveId" clId="{71AE3A8A-58D0-467F-84FA-787382E2AA72}" dt="2026-08-16T08:14:02.276" v="1472" actId="1076"/>
          <ac:picMkLst>
            <pc:docMk/>
            <pc:sldMk cId="2327667622" sldId="262"/>
            <ac:picMk id="3" creationId="{AA4504E0-25DC-9EC1-12ED-D997EEA464BB}"/>
          </ac:picMkLst>
        </pc:picChg>
        <pc:picChg chg="add mod modCrop">
          <ac:chgData name="NIVETHA S" userId="effa5bfef15127c1" providerId="LiveId" clId="{71AE3A8A-58D0-467F-84FA-787382E2AA72}" dt="2026-08-16T08:09:26.180" v="1432" actId="14100"/>
          <ac:picMkLst>
            <pc:docMk/>
            <pc:sldMk cId="2327667622" sldId="262"/>
            <ac:picMk id="5" creationId="{6E60A0AD-6A76-6891-A8BA-E4816A19184E}"/>
          </ac:picMkLst>
        </pc:picChg>
      </pc:sldChg>
      <pc:sldChg chg="addSp delSp modSp mod">
        <pc:chgData name="NIVETHA S" userId="effa5bfef15127c1" providerId="LiveId" clId="{71AE3A8A-58D0-467F-84FA-787382E2AA72}" dt="2026-08-16T08:15:28.210" v="1505" actId="20577"/>
        <pc:sldMkLst>
          <pc:docMk/>
          <pc:sldMk cId="2100476552" sldId="263"/>
        </pc:sldMkLst>
        <pc:spChg chg="add del mod">
          <ac:chgData name="NIVETHA S" userId="effa5bfef15127c1" providerId="LiveId" clId="{71AE3A8A-58D0-467F-84FA-787382E2AA72}" dt="2026-08-16T08:09:10.672" v="1428"/>
          <ac:spMkLst>
            <pc:docMk/>
            <pc:sldMk cId="2100476552" sldId="263"/>
            <ac:spMk id="2" creationId="{372C6755-B974-70B3-E843-DA2FE873D7A1}"/>
          </ac:spMkLst>
        </pc:spChg>
        <pc:spChg chg="add mod">
          <ac:chgData name="NIVETHA S" userId="effa5bfef15127c1" providerId="LiveId" clId="{71AE3A8A-58D0-467F-84FA-787382E2AA72}" dt="2026-08-16T08:13:33.636" v="1466" actId="1076"/>
          <ac:spMkLst>
            <pc:docMk/>
            <pc:sldMk cId="2100476552" sldId="263"/>
            <ac:spMk id="4" creationId="{1F762409-B9E3-3A02-6F0D-F56B0BD11FF8}"/>
          </ac:spMkLst>
        </pc:spChg>
        <pc:spChg chg="add mod">
          <ac:chgData name="NIVETHA S" userId="effa5bfef15127c1" providerId="LiveId" clId="{71AE3A8A-58D0-467F-84FA-787382E2AA72}" dt="2026-08-16T08:15:28.210" v="1505" actId="20577"/>
          <ac:spMkLst>
            <pc:docMk/>
            <pc:sldMk cId="2100476552" sldId="263"/>
            <ac:spMk id="5" creationId="{CC34F2FF-F727-8DC2-2325-0F03CCED4C3C}"/>
          </ac:spMkLst>
        </pc:spChg>
        <pc:spChg chg="add mod">
          <ac:chgData name="NIVETHA S" userId="effa5bfef15127c1" providerId="LiveId" clId="{71AE3A8A-58D0-467F-84FA-787382E2AA72}" dt="2026-08-13T14:25:17.934" v="761" actId="1076"/>
          <ac:spMkLst>
            <pc:docMk/>
            <pc:sldMk cId="2100476552" sldId="263"/>
            <ac:spMk id="7" creationId="{D1195793-9863-FCF8-1865-0091E6DF7D8F}"/>
          </ac:spMkLst>
        </pc:spChg>
        <pc:spChg chg="add mod">
          <ac:chgData name="NIVETHA S" userId="effa5bfef15127c1" providerId="LiveId" clId="{71AE3A8A-58D0-467F-84FA-787382E2AA72}" dt="2026-08-13T14:26:03.681" v="772" actId="5793"/>
          <ac:spMkLst>
            <pc:docMk/>
            <pc:sldMk cId="2100476552" sldId="263"/>
            <ac:spMk id="9" creationId="{87AAD432-F44B-DE26-D5A6-C81EA7520E2D}"/>
          </ac:spMkLst>
        </pc:spChg>
        <pc:spChg chg="add del mod">
          <ac:chgData name="NIVETHA S" userId="effa5bfef15127c1" providerId="LiveId" clId="{71AE3A8A-58D0-467F-84FA-787382E2AA72}" dt="2026-08-16T08:14:52.872" v="1492"/>
          <ac:spMkLst>
            <pc:docMk/>
            <pc:sldMk cId="2100476552" sldId="263"/>
            <ac:spMk id="10" creationId="{DBAE7DBE-956B-A8F6-CA84-CB7A3863A8A8}"/>
          </ac:spMkLst>
        </pc:spChg>
        <pc:spChg chg="add del">
          <ac:chgData name="NIVETHA S" userId="effa5bfef15127c1" providerId="LiveId" clId="{71AE3A8A-58D0-467F-84FA-787382E2AA72}" dt="2026-08-16T08:14:50.265" v="1490" actId="22"/>
          <ac:spMkLst>
            <pc:docMk/>
            <pc:sldMk cId="2100476552" sldId="263"/>
            <ac:spMk id="12" creationId="{EAD9D65F-2E3B-F1D6-D27F-8FFC3EB33A89}"/>
          </ac:spMkLst>
        </pc:spChg>
        <pc:spChg chg="add mod">
          <ac:chgData name="NIVETHA S" userId="effa5bfef15127c1" providerId="LiveId" clId="{71AE3A8A-58D0-467F-84FA-787382E2AA72}" dt="2026-08-16T08:15:18.745" v="1502" actId="1076"/>
          <ac:spMkLst>
            <pc:docMk/>
            <pc:sldMk cId="2100476552" sldId="263"/>
            <ac:spMk id="13" creationId="{2A8EA2F3-524C-BFFD-0FA8-8EABDA775474}"/>
          </ac:spMkLst>
        </pc:spChg>
        <pc:picChg chg="add mod">
          <ac:chgData name="NIVETHA S" userId="effa5bfef15127c1" providerId="LiveId" clId="{71AE3A8A-58D0-467F-84FA-787382E2AA72}" dt="2026-08-16T08:13:38.940" v="1468" actId="1076"/>
          <ac:picMkLst>
            <pc:docMk/>
            <pc:sldMk cId="2100476552" sldId="263"/>
            <ac:picMk id="6" creationId="{DE173334-19D7-0BFD-C6B3-7E335E203AB0}"/>
          </ac:picMkLst>
        </pc:picChg>
        <pc:picChg chg="add mod">
          <ac:chgData name="NIVETHA S" userId="effa5bfef15127c1" providerId="LiveId" clId="{71AE3A8A-58D0-467F-84FA-787382E2AA72}" dt="2026-08-13T14:21:55.244" v="710" actId="1076"/>
          <ac:picMkLst>
            <pc:docMk/>
            <pc:sldMk cId="2100476552" sldId="263"/>
            <ac:picMk id="8" creationId="{5619610D-8BB5-E4CF-5AA3-25545407DD39}"/>
          </ac:picMkLst>
        </pc:picChg>
      </pc:sldChg>
      <pc:sldChg chg="addSp delSp modSp mod">
        <pc:chgData name="NIVETHA S" userId="effa5bfef15127c1" providerId="LiveId" clId="{71AE3A8A-58D0-467F-84FA-787382E2AA72}" dt="2026-08-16T08:16:08.694" v="1515" actId="20577"/>
        <pc:sldMkLst>
          <pc:docMk/>
          <pc:sldMk cId="2170583036" sldId="264"/>
        </pc:sldMkLst>
        <pc:spChg chg="add del mod">
          <ac:chgData name="NIVETHA S" userId="effa5bfef15127c1" providerId="LiveId" clId="{71AE3A8A-58D0-467F-84FA-787382E2AA72}" dt="2026-08-16T08:09:01.313" v="1422"/>
          <ac:spMkLst>
            <pc:docMk/>
            <pc:sldMk cId="2170583036" sldId="264"/>
            <ac:spMk id="2" creationId="{BDDD62CE-E223-92FD-0C37-8B1C57951A32}"/>
          </ac:spMkLst>
        </pc:spChg>
        <pc:spChg chg="add mod">
          <ac:chgData name="NIVETHA S" userId="effa5bfef15127c1" providerId="LiveId" clId="{71AE3A8A-58D0-467F-84FA-787382E2AA72}" dt="2026-08-13T14:26:18.933" v="775" actId="1076"/>
          <ac:spMkLst>
            <pc:docMk/>
            <pc:sldMk cId="2170583036" sldId="264"/>
            <ac:spMk id="3" creationId="{49F62905-858C-535A-6326-EEEFF607BC09}"/>
          </ac:spMkLst>
        </pc:spChg>
        <pc:spChg chg="add mod">
          <ac:chgData name="NIVETHA S" userId="effa5bfef15127c1" providerId="LiveId" clId="{71AE3A8A-58D0-467F-84FA-787382E2AA72}" dt="2026-08-13T14:27:03.005" v="786" actId="1076"/>
          <ac:spMkLst>
            <pc:docMk/>
            <pc:sldMk cId="2170583036" sldId="264"/>
            <ac:spMk id="4" creationId="{A6A9D7FD-106D-9EFD-DD3F-CB52E55A461A}"/>
          </ac:spMkLst>
        </pc:spChg>
        <pc:spChg chg="add mod">
          <ac:chgData name="NIVETHA S" userId="effa5bfef15127c1" providerId="LiveId" clId="{71AE3A8A-58D0-467F-84FA-787382E2AA72}" dt="2026-08-16T08:13:20.779" v="1463" actId="1076"/>
          <ac:spMkLst>
            <pc:docMk/>
            <pc:sldMk cId="2170583036" sldId="264"/>
            <ac:spMk id="6" creationId="{7985DC24-B56F-2B22-3A79-B3147A5F1337}"/>
          </ac:spMkLst>
        </pc:spChg>
        <pc:spChg chg="add mod">
          <ac:chgData name="NIVETHA S" userId="effa5bfef15127c1" providerId="LiveId" clId="{71AE3A8A-58D0-467F-84FA-787382E2AA72}" dt="2026-08-16T08:16:08.694" v="1515" actId="20577"/>
          <ac:spMkLst>
            <pc:docMk/>
            <pc:sldMk cId="2170583036" sldId="264"/>
            <ac:spMk id="7" creationId="{54C1357A-46AB-948C-2258-FBEEFB78F0D6}"/>
          </ac:spMkLst>
        </pc:spChg>
        <pc:spChg chg="add mod">
          <ac:chgData name="NIVETHA S" userId="effa5bfef15127c1" providerId="LiveId" clId="{71AE3A8A-58D0-467F-84FA-787382E2AA72}" dt="2026-08-16T08:16:02.861" v="1513" actId="14100"/>
          <ac:spMkLst>
            <pc:docMk/>
            <pc:sldMk cId="2170583036" sldId="264"/>
            <ac:spMk id="9" creationId="{E0E49D57-E047-A897-B817-C0220CC7152D}"/>
          </ac:spMkLst>
        </pc:spChg>
        <pc:picChg chg="add mod">
          <ac:chgData name="NIVETHA S" userId="effa5bfef15127c1" providerId="LiveId" clId="{71AE3A8A-58D0-467F-84FA-787382E2AA72}" dt="2026-08-16T08:13:27.906" v="1465" actId="1076"/>
          <ac:picMkLst>
            <pc:docMk/>
            <pc:sldMk cId="2170583036" sldId="264"/>
            <ac:picMk id="8" creationId="{EA2E72A9-FB56-F557-BAEF-7C95BCEB734E}"/>
          </ac:picMkLst>
        </pc:picChg>
        <pc:picChg chg="add mod">
          <ac:chgData name="NIVETHA S" userId="effa5bfef15127c1" providerId="LiveId" clId="{71AE3A8A-58D0-467F-84FA-787382E2AA72}" dt="2026-08-16T08:08:56.173" v="1417" actId="1076"/>
          <ac:picMkLst>
            <pc:docMk/>
            <pc:sldMk cId="2170583036" sldId="264"/>
            <ac:picMk id="10" creationId="{51E6AA35-55FE-A97F-26AA-1B1CE471339F}"/>
          </ac:picMkLst>
        </pc:picChg>
      </pc:sldChg>
      <pc:sldChg chg="addSp delSp modSp mod">
        <pc:chgData name="NIVETHA S" userId="effa5bfef15127c1" providerId="LiveId" clId="{71AE3A8A-58D0-467F-84FA-787382E2AA72}" dt="2026-08-16T08:16:37.177" v="1526" actId="1076"/>
        <pc:sldMkLst>
          <pc:docMk/>
          <pc:sldMk cId="1968446620" sldId="265"/>
        </pc:sldMkLst>
        <pc:spChg chg="add mod">
          <ac:chgData name="NIVETHA S" userId="effa5bfef15127c1" providerId="LiveId" clId="{71AE3A8A-58D0-467F-84FA-787382E2AA72}" dt="2026-08-16T08:13:07.926" v="1462" actId="14100"/>
          <ac:spMkLst>
            <pc:docMk/>
            <pc:sldMk cId="1968446620" sldId="265"/>
            <ac:spMk id="2" creationId="{FFD07643-C59C-AACF-26C7-2EC1A43CC342}"/>
          </ac:spMkLst>
        </pc:spChg>
        <pc:spChg chg="add del mod">
          <ac:chgData name="NIVETHA S" userId="effa5bfef15127c1" providerId="LiveId" clId="{71AE3A8A-58D0-467F-84FA-787382E2AA72}" dt="2026-08-16T08:08:44.448" v="1414"/>
          <ac:spMkLst>
            <pc:docMk/>
            <pc:sldMk cId="1968446620" sldId="265"/>
            <ac:spMk id="3" creationId="{A5AF6AD2-B001-880E-78D5-0B9B58E33A84}"/>
          </ac:spMkLst>
        </pc:spChg>
        <pc:spChg chg="add mod">
          <ac:chgData name="NIVETHA S" userId="effa5bfef15127c1" providerId="LiveId" clId="{71AE3A8A-58D0-467F-84FA-787382E2AA72}" dt="2026-08-13T14:28:19.571" v="804" actId="1076"/>
          <ac:spMkLst>
            <pc:docMk/>
            <pc:sldMk cId="1968446620" sldId="265"/>
            <ac:spMk id="5" creationId="{F0565DA1-6F49-7A60-3B10-5E14BF6A342C}"/>
          </ac:spMkLst>
        </pc:spChg>
        <pc:spChg chg="add mod">
          <ac:chgData name="NIVETHA S" userId="effa5bfef15127c1" providerId="LiveId" clId="{71AE3A8A-58D0-467F-84FA-787382E2AA72}" dt="2026-08-13T14:29:00.324" v="815" actId="1076"/>
          <ac:spMkLst>
            <pc:docMk/>
            <pc:sldMk cId="1968446620" sldId="265"/>
            <ac:spMk id="7" creationId="{D336920E-F0D5-EBD8-97E5-D62284509464}"/>
          </ac:spMkLst>
        </pc:spChg>
        <pc:spChg chg="add mod">
          <ac:chgData name="NIVETHA S" userId="effa5bfef15127c1" providerId="LiveId" clId="{71AE3A8A-58D0-467F-84FA-787382E2AA72}" dt="2026-08-16T08:16:17.763" v="1516" actId="1076"/>
          <ac:spMkLst>
            <pc:docMk/>
            <pc:sldMk cId="1968446620" sldId="265"/>
            <ac:spMk id="9" creationId="{C9DFE170-0AF5-02E0-9A89-4E34493AD297}"/>
          </ac:spMkLst>
        </pc:spChg>
        <pc:spChg chg="add mod">
          <ac:chgData name="NIVETHA S" userId="effa5bfef15127c1" providerId="LiveId" clId="{71AE3A8A-58D0-467F-84FA-787382E2AA72}" dt="2026-08-16T08:16:35.052" v="1525" actId="1076"/>
          <ac:spMkLst>
            <pc:docMk/>
            <pc:sldMk cId="1968446620" sldId="265"/>
            <ac:spMk id="10" creationId="{A07574C5-EB96-DAB7-4113-DCAB8E5A602B}"/>
          </ac:spMkLst>
        </pc:spChg>
        <pc:picChg chg="add mod">
          <ac:chgData name="NIVETHA S" userId="effa5bfef15127c1" providerId="LiveId" clId="{71AE3A8A-58D0-467F-84FA-787382E2AA72}" dt="2026-08-16T08:16:19.738" v="1517" actId="1076"/>
          <ac:picMkLst>
            <pc:docMk/>
            <pc:sldMk cId="1968446620" sldId="265"/>
            <ac:picMk id="4" creationId="{291EC967-007E-9798-9264-3D4AB3847ECD}"/>
          </ac:picMkLst>
        </pc:picChg>
        <pc:picChg chg="add mod">
          <ac:chgData name="NIVETHA S" userId="effa5bfef15127c1" providerId="LiveId" clId="{71AE3A8A-58D0-467F-84FA-787382E2AA72}" dt="2026-08-16T08:16:37.177" v="1526" actId="1076"/>
          <ac:picMkLst>
            <pc:docMk/>
            <pc:sldMk cId="1968446620" sldId="265"/>
            <ac:picMk id="6" creationId="{B5BA60BD-A35C-FCB0-D17A-65B7C2DE641E}"/>
          </ac:picMkLst>
        </pc:picChg>
      </pc:sldChg>
      <pc:sldChg chg="addSp delSp modSp mod">
        <pc:chgData name="NIVETHA S" userId="effa5bfef15127c1" providerId="LiveId" clId="{71AE3A8A-58D0-467F-84FA-787382E2AA72}" dt="2026-08-16T08:17:26.009" v="1543" actId="1076"/>
        <pc:sldMkLst>
          <pc:docMk/>
          <pc:sldMk cId="4262708956" sldId="266"/>
        </pc:sldMkLst>
        <pc:spChg chg="add mod">
          <ac:chgData name="NIVETHA S" userId="effa5bfef15127c1" providerId="LiveId" clId="{71AE3A8A-58D0-467F-84FA-787382E2AA72}" dt="2026-08-16T08:17:11.637" v="1540" actId="1076"/>
          <ac:spMkLst>
            <pc:docMk/>
            <pc:sldMk cId="4262708956" sldId="266"/>
            <ac:spMk id="2" creationId="{E96B9333-1B51-B1EA-DA9E-C113390F34B7}"/>
          </ac:spMkLst>
        </pc:spChg>
        <pc:spChg chg="add del mod">
          <ac:chgData name="NIVETHA S" userId="effa5bfef15127c1" providerId="LiveId" clId="{71AE3A8A-58D0-467F-84FA-787382E2AA72}" dt="2026-08-16T08:08:29.154" v="1408"/>
          <ac:spMkLst>
            <pc:docMk/>
            <pc:sldMk cId="4262708956" sldId="266"/>
            <ac:spMk id="3" creationId="{6428670F-36B2-012A-7DF7-88F572527AAB}"/>
          </ac:spMkLst>
        </pc:spChg>
        <pc:spChg chg="add mod">
          <ac:chgData name="NIVETHA S" userId="effa5bfef15127c1" providerId="LiveId" clId="{71AE3A8A-58D0-467F-84FA-787382E2AA72}" dt="2026-08-13T14:31:09.724" v="831" actId="1076"/>
          <ac:spMkLst>
            <pc:docMk/>
            <pc:sldMk cId="4262708956" sldId="266"/>
            <ac:spMk id="5" creationId="{13878CBE-5AB7-A7F0-767E-3DFDC9B23790}"/>
          </ac:spMkLst>
        </pc:spChg>
        <pc:spChg chg="add mod">
          <ac:chgData name="NIVETHA S" userId="effa5bfef15127c1" providerId="LiveId" clId="{71AE3A8A-58D0-467F-84FA-787382E2AA72}" dt="2026-08-13T14:31:52.108" v="842" actId="1076"/>
          <ac:spMkLst>
            <pc:docMk/>
            <pc:sldMk cId="4262708956" sldId="266"/>
            <ac:spMk id="7" creationId="{6083E312-EFB9-5125-99D7-264E32DC31B7}"/>
          </ac:spMkLst>
        </pc:spChg>
        <pc:spChg chg="add mod">
          <ac:chgData name="NIVETHA S" userId="effa5bfef15127c1" providerId="LiveId" clId="{71AE3A8A-58D0-467F-84FA-787382E2AA72}" dt="2026-08-16T08:16:47.243" v="1528" actId="1076"/>
          <ac:spMkLst>
            <pc:docMk/>
            <pc:sldMk cId="4262708956" sldId="266"/>
            <ac:spMk id="9" creationId="{89873F06-8F8F-3E5F-A907-FB8C0545CEB1}"/>
          </ac:spMkLst>
        </pc:spChg>
        <pc:spChg chg="add mod">
          <ac:chgData name="NIVETHA S" userId="effa5bfef15127c1" providerId="LiveId" clId="{71AE3A8A-58D0-467F-84FA-787382E2AA72}" dt="2026-08-16T08:17:24.418" v="1542" actId="1076"/>
          <ac:spMkLst>
            <pc:docMk/>
            <pc:sldMk cId="4262708956" sldId="266"/>
            <ac:spMk id="10" creationId="{8DC803B2-F8DC-38EF-BD10-5109B24CF240}"/>
          </ac:spMkLst>
        </pc:spChg>
        <pc:picChg chg="add mod">
          <ac:chgData name="NIVETHA S" userId="effa5bfef15127c1" providerId="LiveId" clId="{71AE3A8A-58D0-467F-84FA-787382E2AA72}" dt="2026-08-16T08:16:49.746" v="1529" actId="1076"/>
          <ac:picMkLst>
            <pc:docMk/>
            <pc:sldMk cId="4262708956" sldId="266"/>
            <ac:picMk id="4" creationId="{28922523-A35A-E501-6C2B-6A0E15E7F257}"/>
          </ac:picMkLst>
        </pc:picChg>
        <pc:picChg chg="add mod">
          <ac:chgData name="NIVETHA S" userId="effa5bfef15127c1" providerId="LiveId" clId="{71AE3A8A-58D0-467F-84FA-787382E2AA72}" dt="2026-08-16T08:17:26.009" v="1543" actId="1076"/>
          <ac:picMkLst>
            <pc:docMk/>
            <pc:sldMk cId="4262708956" sldId="266"/>
            <ac:picMk id="6" creationId="{F8155E7A-03B0-2C3D-D53C-77103B1952C3}"/>
          </ac:picMkLst>
        </pc:picChg>
        <pc:picChg chg="add del">
          <ac:chgData name="NIVETHA S" userId="effa5bfef15127c1" providerId="LiveId" clId="{71AE3A8A-58D0-467F-84FA-787382E2AA72}" dt="2026-08-16T08:17:02.098" v="1535" actId="22"/>
          <ac:picMkLst>
            <pc:docMk/>
            <pc:sldMk cId="4262708956" sldId="266"/>
            <ac:picMk id="12" creationId="{50CAEF84-1A0C-B4AC-4F8B-5B9E5B41048F}"/>
          </ac:picMkLst>
        </pc:picChg>
      </pc:sldChg>
      <pc:sldChg chg="addSp delSp modSp new mod">
        <pc:chgData name="NIVETHA S" userId="effa5bfef15127c1" providerId="LiveId" clId="{71AE3A8A-58D0-467F-84FA-787382E2AA72}" dt="2026-08-16T08:17:57.211" v="1553" actId="1076"/>
        <pc:sldMkLst>
          <pc:docMk/>
          <pc:sldMk cId="3595793573" sldId="267"/>
        </pc:sldMkLst>
        <pc:spChg chg="add mod">
          <ac:chgData name="NIVETHA S" userId="effa5bfef15127c1" providerId="LiveId" clId="{71AE3A8A-58D0-467F-84FA-787382E2AA72}" dt="2026-08-16T08:12:12.655" v="1455" actId="14100"/>
          <ac:spMkLst>
            <pc:docMk/>
            <pc:sldMk cId="3595793573" sldId="267"/>
            <ac:spMk id="2" creationId="{3E18A702-170D-3A35-57FD-6A064B6C24D0}"/>
          </ac:spMkLst>
        </pc:spChg>
        <pc:spChg chg="add del mod">
          <ac:chgData name="NIVETHA S" userId="effa5bfef15127c1" providerId="LiveId" clId="{71AE3A8A-58D0-467F-84FA-787382E2AA72}" dt="2026-08-16T08:08:05.656" v="1399"/>
          <ac:spMkLst>
            <pc:docMk/>
            <pc:sldMk cId="3595793573" sldId="267"/>
            <ac:spMk id="3" creationId="{45F433E4-3EF6-6CAE-1E31-03556442DA42}"/>
          </ac:spMkLst>
        </pc:spChg>
        <pc:spChg chg="add mod">
          <ac:chgData name="NIVETHA S" userId="effa5bfef15127c1" providerId="LiveId" clId="{71AE3A8A-58D0-467F-84FA-787382E2AA72}" dt="2026-08-13T14:32:00.498" v="843" actId="1076"/>
          <ac:spMkLst>
            <pc:docMk/>
            <pc:sldMk cId="3595793573" sldId="267"/>
            <ac:spMk id="5" creationId="{EADB444A-AB4C-3BEB-B74C-015C662840AF}"/>
          </ac:spMkLst>
        </pc:spChg>
        <pc:spChg chg="add mod">
          <ac:chgData name="NIVETHA S" userId="effa5bfef15127c1" providerId="LiveId" clId="{71AE3A8A-58D0-467F-84FA-787382E2AA72}" dt="2026-08-13T14:34:10.882" v="877" actId="1076"/>
          <ac:spMkLst>
            <pc:docMk/>
            <pc:sldMk cId="3595793573" sldId="267"/>
            <ac:spMk id="7" creationId="{636B16BE-BC92-7D4C-7C2A-1D79B4BD8362}"/>
          </ac:spMkLst>
        </pc:spChg>
        <pc:spChg chg="add mod">
          <ac:chgData name="NIVETHA S" userId="effa5bfef15127c1" providerId="LiveId" clId="{71AE3A8A-58D0-467F-84FA-787382E2AA72}" dt="2026-08-16T08:17:35.545" v="1545" actId="1076"/>
          <ac:spMkLst>
            <pc:docMk/>
            <pc:sldMk cId="3595793573" sldId="267"/>
            <ac:spMk id="9" creationId="{25C5D75C-F923-D57A-C748-47E164DCA8A1}"/>
          </ac:spMkLst>
        </pc:spChg>
        <pc:spChg chg="add mod">
          <ac:chgData name="NIVETHA S" userId="effa5bfef15127c1" providerId="LiveId" clId="{71AE3A8A-58D0-467F-84FA-787382E2AA72}" dt="2026-08-16T08:17:54.669" v="1552" actId="1076"/>
          <ac:spMkLst>
            <pc:docMk/>
            <pc:sldMk cId="3595793573" sldId="267"/>
            <ac:spMk id="10" creationId="{F7CCA711-EF48-F7ED-6982-A790CB6D588B}"/>
          </ac:spMkLst>
        </pc:spChg>
        <pc:picChg chg="add mod">
          <ac:chgData name="NIVETHA S" userId="effa5bfef15127c1" providerId="LiveId" clId="{71AE3A8A-58D0-467F-84FA-787382E2AA72}" dt="2026-08-16T08:17:37.865" v="1546" actId="1076"/>
          <ac:picMkLst>
            <pc:docMk/>
            <pc:sldMk cId="3595793573" sldId="267"/>
            <ac:picMk id="4" creationId="{3313397D-43FB-07AC-A446-A8ADC50F5018}"/>
          </ac:picMkLst>
        </pc:picChg>
        <pc:picChg chg="add mod modCrop">
          <ac:chgData name="NIVETHA S" userId="effa5bfef15127c1" providerId="LiveId" clId="{71AE3A8A-58D0-467F-84FA-787382E2AA72}" dt="2026-08-16T08:17:57.211" v="1553" actId="1076"/>
          <ac:picMkLst>
            <pc:docMk/>
            <pc:sldMk cId="3595793573" sldId="267"/>
            <ac:picMk id="6" creationId="{ED818D50-461C-2730-7071-EE5F262B3826}"/>
          </ac:picMkLst>
        </pc:picChg>
      </pc:sldChg>
      <pc:sldChg chg="addSp delSp modSp new mod">
        <pc:chgData name="NIVETHA S" userId="effa5bfef15127c1" providerId="LiveId" clId="{71AE3A8A-58D0-467F-84FA-787382E2AA72}" dt="2026-08-16T08:24:20.920" v="1563" actId="1076"/>
        <pc:sldMkLst>
          <pc:docMk/>
          <pc:sldMk cId="2893554909" sldId="268"/>
        </pc:sldMkLst>
        <pc:spChg chg="add mod">
          <ac:chgData name="NIVETHA S" userId="effa5bfef15127c1" providerId="LiveId" clId="{71AE3A8A-58D0-467F-84FA-787382E2AA72}" dt="2026-08-16T08:12:05.915" v="1454" actId="13900"/>
          <ac:spMkLst>
            <pc:docMk/>
            <pc:sldMk cId="2893554909" sldId="268"/>
            <ac:spMk id="2" creationId="{92737CD8-36DC-E449-BD71-FE8DC6CF3995}"/>
          </ac:spMkLst>
        </pc:spChg>
        <pc:spChg chg="add del mod">
          <ac:chgData name="NIVETHA S" userId="effa5bfef15127c1" providerId="LiveId" clId="{71AE3A8A-58D0-467F-84FA-787382E2AA72}" dt="2026-08-16T08:07:42.801" v="1390"/>
          <ac:spMkLst>
            <pc:docMk/>
            <pc:sldMk cId="2893554909" sldId="268"/>
            <ac:spMk id="3" creationId="{65234676-9E85-9337-DE92-0018235D46FD}"/>
          </ac:spMkLst>
        </pc:spChg>
        <pc:spChg chg="add mod">
          <ac:chgData name="NIVETHA S" userId="effa5bfef15127c1" providerId="LiveId" clId="{71AE3A8A-58D0-467F-84FA-787382E2AA72}" dt="2026-08-13T14:23:04.243" v="727" actId="1076"/>
          <ac:spMkLst>
            <pc:docMk/>
            <pc:sldMk cId="2893554909" sldId="268"/>
            <ac:spMk id="5" creationId="{2E804D60-FF15-E8BD-144E-82873FE21FCA}"/>
          </ac:spMkLst>
        </pc:spChg>
        <pc:spChg chg="add mod">
          <ac:chgData name="NIVETHA S" userId="effa5bfef15127c1" providerId="LiveId" clId="{71AE3A8A-58D0-467F-84FA-787382E2AA72}" dt="2026-08-13T14:36:47.625" v="902" actId="1076"/>
          <ac:spMkLst>
            <pc:docMk/>
            <pc:sldMk cId="2893554909" sldId="268"/>
            <ac:spMk id="7" creationId="{B0C9C5E6-526E-3EB5-CE47-538A5AF49558}"/>
          </ac:spMkLst>
        </pc:spChg>
        <pc:spChg chg="add mod">
          <ac:chgData name="NIVETHA S" userId="effa5bfef15127c1" providerId="LiveId" clId="{71AE3A8A-58D0-467F-84FA-787382E2AA72}" dt="2026-08-16T08:24:11.465" v="1560" actId="1076"/>
          <ac:spMkLst>
            <pc:docMk/>
            <pc:sldMk cId="2893554909" sldId="268"/>
            <ac:spMk id="9" creationId="{5B9050A3-B7A1-23B9-B7C1-A50B1D819A37}"/>
          </ac:spMkLst>
        </pc:spChg>
        <pc:spChg chg="add mod">
          <ac:chgData name="NIVETHA S" userId="effa5bfef15127c1" providerId="LiveId" clId="{71AE3A8A-58D0-467F-84FA-787382E2AA72}" dt="2026-08-16T08:24:20.920" v="1563" actId="1076"/>
          <ac:spMkLst>
            <pc:docMk/>
            <pc:sldMk cId="2893554909" sldId="268"/>
            <ac:spMk id="10" creationId="{80073ADB-8B4C-5D57-ABE9-A6F634650013}"/>
          </ac:spMkLst>
        </pc:spChg>
        <pc:picChg chg="add mod">
          <ac:chgData name="NIVETHA S" userId="effa5bfef15127c1" providerId="LiveId" clId="{71AE3A8A-58D0-467F-84FA-787382E2AA72}" dt="2026-08-16T08:24:13.800" v="1561" actId="1076"/>
          <ac:picMkLst>
            <pc:docMk/>
            <pc:sldMk cId="2893554909" sldId="268"/>
            <ac:picMk id="4" creationId="{73256A48-BB33-4375-E071-51FBCF820AC2}"/>
          </ac:picMkLst>
        </pc:picChg>
        <pc:picChg chg="add mod">
          <ac:chgData name="NIVETHA S" userId="effa5bfef15127c1" providerId="LiveId" clId="{71AE3A8A-58D0-467F-84FA-787382E2AA72}" dt="2026-08-16T08:24:15.896" v="1562" actId="1076"/>
          <ac:picMkLst>
            <pc:docMk/>
            <pc:sldMk cId="2893554909" sldId="268"/>
            <ac:picMk id="6" creationId="{A2C73B05-1D07-9A8F-48E5-96AC8B0598C7}"/>
          </ac:picMkLst>
        </pc:picChg>
      </pc:sldChg>
      <pc:sldChg chg="addSp delSp modSp new mod">
        <pc:chgData name="NIVETHA S" userId="effa5bfef15127c1" providerId="LiveId" clId="{71AE3A8A-58D0-467F-84FA-787382E2AA72}" dt="2026-08-16T08:25:12.903" v="1573" actId="1076"/>
        <pc:sldMkLst>
          <pc:docMk/>
          <pc:sldMk cId="254360743" sldId="269"/>
        </pc:sldMkLst>
        <pc:spChg chg="add mod">
          <ac:chgData name="NIVETHA S" userId="effa5bfef15127c1" providerId="LiveId" clId="{71AE3A8A-58D0-467F-84FA-787382E2AA72}" dt="2026-08-16T08:11:13.669" v="1448" actId="14100"/>
          <ac:spMkLst>
            <pc:docMk/>
            <pc:sldMk cId="254360743" sldId="269"/>
            <ac:spMk id="2" creationId="{ACEE8739-3E0D-1E7A-9699-9CDD6AA160CD}"/>
          </ac:spMkLst>
        </pc:spChg>
        <pc:spChg chg="add del mod">
          <ac:chgData name="NIVETHA S" userId="effa5bfef15127c1" providerId="LiveId" clId="{71AE3A8A-58D0-467F-84FA-787382E2AA72}" dt="2026-08-16T08:07:21.691" v="1381"/>
          <ac:spMkLst>
            <pc:docMk/>
            <pc:sldMk cId="254360743" sldId="269"/>
            <ac:spMk id="3" creationId="{4C774C43-7BF9-96CB-E0FB-51FA679DC277}"/>
          </ac:spMkLst>
        </pc:spChg>
        <pc:spChg chg="add mod">
          <ac:chgData name="NIVETHA S" userId="effa5bfef15127c1" providerId="LiveId" clId="{71AE3A8A-58D0-467F-84FA-787382E2AA72}" dt="2026-08-13T14:23:17.484" v="732" actId="1076"/>
          <ac:spMkLst>
            <pc:docMk/>
            <pc:sldMk cId="254360743" sldId="269"/>
            <ac:spMk id="5" creationId="{C83E29C9-82EA-D22D-4651-BBC483F651AD}"/>
          </ac:spMkLst>
        </pc:spChg>
        <pc:spChg chg="add mod">
          <ac:chgData name="NIVETHA S" userId="effa5bfef15127c1" providerId="LiveId" clId="{71AE3A8A-58D0-467F-84FA-787382E2AA72}" dt="2026-08-13T17:11:35.314" v="928" actId="1076"/>
          <ac:spMkLst>
            <pc:docMk/>
            <pc:sldMk cId="254360743" sldId="269"/>
            <ac:spMk id="7" creationId="{506F1080-82E5-49F6-B9C7-D3E3CAAC5788}"/>
          </ac:spMkLst>
        </pc:spChg>
        <pc:spChg chg="add mod">
          <ac:chgData name="NIVETHA S" userId="effa5bfef15127c1" providerId="LiveId" clId="{71AE3A8A-58D0-467F-84FA-787382E2AA72}" dt="2026-08-16T08:24:29.960" v="1564" actId="1076"/>
          <ac:spMkLst>
            <pc:docMk/>
            <pc:sldMk cId="254360743" sldId="269"/>
            <ac:spMk id="9" creationId="{A55CA6A4-5952-4CAF-C886-13B95D584B73}"/>
          </ac:spMkLst>
        </pc:spChg>
        <pc:spChg chg="add mod">
          <ac:chgData name="NIVETHA S" userId="effa5bfef15127c1" providerId="LiveId" clId="{71AE3A8A-58D0-467F-84FA-787382E2AA72}" dt="2026-08-16T08:25:10.536" v="1572" actId="1076"/>
          <ac:spMkLst>
            <pc:docMk/>
            <pc:sldMk cId="254360743" sldId="269"/>
            <ac:spMk id="10" creationId="{A8085422-F52C-02F7-34E0-C83C83C3F8E3}"/>
          </ac:spMkLst>
        </pc:spChg>
        <pc:picChg chg="add mod">
          <ac:chgData name="NIVETHA S" userId="effa5bfef15127c1" providerId="LiveId" clId="{71AE3A8A-58D0-467F-84FA-787382E2AA72}" dt="2026-08-16T08:24:32.673" v="1565" actId="1076"/>
          <ac:picMkLst>
            <pc:docMk/>
            <pc:sldMk cId="254360743" sldId="269"/>
            <ac:picMk id="4" creationId="{942FFF38-0EB8-78A8-E440-BD89F89F3BA1}"/>
          </ac:picMkLst>
        </pc:picChg>
        <pc:picChg chg="add mod">
          <ac:chgData name="NIVETHA S" userId="effa5bfef15127c1" providerId="LiveId" clId="{71AE3A8A-58D0-467F-84FA-787382E2AA72}" dt="2026-08-16T08:25:12.903" v="1573" actId="1076"/>
          <ac:picMkLst>
            <pc:docMk/>
            <pc:sldMk cId="254360743" sldId="269"/>
            <ac:picMk id="6" creationId="{8E9266CB-C7B1-62EB-C4D5-8BE0C0F8AD64}"/>
          </ac:picMkLst>
        </pc:picChg>
      </pc:sldChg>
      <pc:sldChg chg="addSp delSp modSp new mod">
        <pc:chgData name="NIVETHA S" userId="effa5bfef15127c1" providerId="LiveId" clId="{71AE3A8A-58D0-467F-84FA-787382E2AA72}" dt="2026-08-16T08:30:18.231" v="1585" actId="1076"/>
        <pc:sldMkLst>
          <pc:docMk/>
          <pc:sldMk cId="1393436686" sldId="270"/>
        </pc:sldMkLst>
        <pc:spChg chg="add mod">
          <ac:chgData name="NIVETHA S" userId="effa5bfef15127c1" providerId="LiveId" clId="{71AE3A8A-58D0-467F-84FA-787382E2AA72}" dt="2026-08-14T05:30:17.097" v="1064"/>
          <ac:spMkLst>
            <pc:docMk/>
            <pc:sldMk cId="1393436686" sldId="270"/>
            <ac:spMk id="2" creationId="{6CE7EAF7-5576-A46A-3C45-C75E5023AA88}"/>
          </ac:spMkLst>
        </pc:spChg>
        <pc:spChg chg="add del mod">
          <ac:chgData name="NIVETHA S" userId="effa5bfef15127c1" providerId="LiveId" clId="{71AE3A8A-58D0-467F-84FA-787382E2AA72}" dt="2026-08-16T08:06:17.680" v="1367"/>
          <ac:spMkLst>
            <pc:docMk/>
            <pc:sldMk cId="1393436686" sldId="270"/>
            <ac:spMk id="3" creationId="{9CBCC9FD-F061-2844-06F6-906F0DA9807C}"/>
          </ac:spMkLst>
        </pc:spChg>
        <pc:spChg chg="add mod">
          <ac:chgData name="NIVETHA S" userId="effa5bfef15127c1" providerId="LiveId" clId="{71AE3A8A-58D0-467F-84FA-787382E2AA72}" dt="2026-08-13T14:23:25.611" v="735" actId="1076"/>
          <ac:spMkLst>
            <pc:docMk/>
            <pc:sldMk cId="1393436686" sldId="270"/>
            <ac:spMk id="5" creationId="{7CE6C413-7EB6-5884-64DA-1D23D36DEA0F}"/>
          </ac:spMkLst>
        </pc:spChg>
        <pc:spChg chg="add mod">
          <ac:chgData name="NIVETHA S" userId="effa5bfef15127c1" providerId="LiveId" clId="{71AE3A8A-58D0-467F-84FA-787382E2AA72}" dt="2026-08-13T17:10:48.048" v="917" actId="1076"/>
          <ac:spMkLst>
            <pc:docMk/>
            <pc:sldMk cId="1393436686" sldId="270"/>
            <ac:spMk id="7" creationId="{C17706DA-41F9-94C1-6A39-4694EFCCF025}"/>
          </ac:spMkLst>
        </pc:spChg>
        <pc:spChg chg="add mod">
          <ac:chgData name="NIVETHA S" userId="effa5bfef15127c1" providerId="LiveId" clId="{71AE3A8A-58D0-467F-84FA-787382E2AA72}" dt="2026-08-16T08:27:34.920" v="1574" actId="1076"/>
          <ac:spMkLst>
            <pc:docMk/>
            <pc:sldMk cId="1393436686" sldId="270"/>
            <ac:spMk id="9" creationId="{D6F5FCFB-EE5D-D828-6CD9-D879589115FF}"/>
          </ac:spMkLst>
        </pc:spChg>
        <pc:spChg chg="add mod">
          <ac:chgData name="NIVETHA S" userId="effa5bfef15127c1" providerId="LiveId" clId="{71AE3A8A-58D0-467F-84FA-787382E2AA72}" dt="2026-08-16T08:30:16.032" v="1584" actId="1076"/>
          <ac:spMkLst>
            <pc:docMk/>
            <pc:sldMk cId="1393436686" sldId="270"/>
            <ac:spMk id="10" creationId="{CE327CD1-A462-BA32-C6C0-650888B67370}"/>
          </ac:spMkLst>
        </pc:spChg>
        <pc:picChg chg="add mod">
          <ac:chgData name="NIVETHA S" userId="effa5bfef15127c1" providerId="LiveId" clId="{71AE3A8A-58D0-467F-84FA-787382E2AA72}" dt="2026-08-16T08:29:50.280" v="1576" actId="1076"/>
          <ac:picMkLst>
            <pc:docMk/>
            <pc:sldMk cId="1393436686" sldId="270"/>
            <ac:picMk id="4" creationId="{508F598A-E8D5-2A73-7DDF-A792EAFA90EA}"/>
          </ac:picMkLst>
        </pc:picChg>
        <pc:picChg chg="add mod">
          <ac:chgData name="NIVETHA S" userId="effa5bfef15127c1" providerId="LiveId" clId="{71AE3A8A-58D0-467F-84FA-787382E2AA72}" dt="2026-08-16T08:30:18.231" v="1585" actId="1076"/>
          <ac:picMkLst>
            <pc:docMk/>
            <pc:sldMk cId="1393436686" sldId="270"/>
            <ac:picMk id="6" creationId="{2ED3B8BD-847C-1301-88AB-BD2A779FE6F1}"/>
          </ac:picMkLst>
        </pc:picChg>
      </pc:sldChg>
      <pc:sldChg chg="addSp delSp modSp new mod">
        <pc:chgData name="NIVETHA S" userId="effa5bfef15127c1" providerId="LiveId" clId="{71AE3A8A-58D0-467F-84FA-787382E2AA72}" dt="2026-08-16T08:31:03.223" v="1596" actId="1076"/>
        <pc:sldMkLst>
          <pc:docMk/>
          <pc:sldMk cId="2242232366" sldId="271"/>
        </pc:sldMkLst>
        <pc:spChg chg="add mod">
          <ac:chgData name="NIVETHA S" userId="effa5bfef15127c1" providerId="LiveId" clId="{71AE3A8A-58D0-467F-84FA-787382E2AA72}" dt="2026-08-16T08:11:03.115" v="1447" actId="14100"/>
          <ac:spMkLst>
            <pc:docMk/>
            <pc:sldMk cId="2242232366" sldId="271"/>
            <ac:spMk id="2" creationId="{B74B6AA2-0239-BFFA-167A-A0A7952413A7}"/>
          </ac:spMkLst>
        </pc:spChg>
        <pc:spChg chg="add del mod">
          <ac:chgData name="NIVETHA S" userId="effa5bfef15127c1" providerId="LiveId" clId="{71AE3A8A-58D0-467F-84FA-787382E2AA72}" dt="2026-08-16T08:06:08.780" v="1361"/>
          <ac:spMkLst>
            <pc:docMk/>
            <pc:sldMk cId="2242232366" sldId="271"/>
            <ac:spMk id="3" creationId="{765A07E6-9F07-DA29-C95A-194ACD6E5844}"/>
          </ac:spMkLst>
        </pc:spChg>
        <pc:spChg chg="add mod">
          <ac:chgData name="NIVETHA S" userId="effa5bfef15127c1" providerId="LiveId" clId="{71AE3A8A-58D0-467F-84FA-787382E2AA72}" dt="2026-08-13T17:11:56.448" v="929" actId="1076"/>
          <ac:spMkLst>
            <pc:docMk/>
            <pc:sldMk cId="2242232366" sldId="271"/>
            <ac:spMk id="5" creationId="{790208BE-4265-0E0C-A485-E92C59289A12}"/>
          </ac:spMkLst>
        </pc:spChg>
        <pc:spChg chg="add mod">
          <ac:chgData name="NIVETHA S" userId="effa5bfef15127c1" providerId="LiveId" clId="{71AE3A8A-58D0-467F-84FA-787382E2AA72}" dt="2026-08-13T17:12:39.767" v="943" actId="1076"/>
          <ac:spMkLst>
            <pc:docMk/>
            <pc:sldMk cId="2242232366" sldId="271"/>
            <ac:spMk id="7" creationId="{A97D123C-548F-37F1-273F-86410F17FACA}"/>
          </ac:spMkLst>
        </pc:spChg>
        <pc:spChg chg="add mod">
          <ac:chgData name="NIVETHA S" userId="effa5bfef15127c1" providerId="LiveId" clId="{71AE3A8A-58D0-467F-84FA-787382E2AA72}" dt="2026-08-16T08:30:42.526" v="1588" actId="1076"/>
          <ac:spMkLst>
            <pc:docMk/>
            <pc:sldMk cId="2242232366" sldId="271"/>
            <ac:spMk id="9" creationId="{02CAA594-129D-945E-F753-4DD65A17F729}"/>
          </ac:spMkLst>
        </pc:spChg>
        <pc:spChg chg="add mod">
          <ac:chgData name="NIVETHA S" userId="effa5bfef15127c1" providerId="LiveId" clId="{71AE3A8A-58D0-467F-84FA-787382E2AA72}" dt="2026-08-16T08:31:01.312" v="1595" actId="1076"/>
          <ac:spMkLst>
            <pc:docMk/>
            <pc:sldMk cId="2242232366" sldId="271"/>
            <ac:spMk id="10" creationId="{4CBA6A0B-EF25-3DBF-30D1-883D5E2C9C81}"/>
          </ac:spMkLst>
        </pc:spChg>
        <pc:picChg chg="add mod">
          <ac:chgData name="NIVETHA S" userId="effa5bfef15127c1" providerId="LiveId" clId="{71AE3A8A-58D0-467F-84FA-787382E2AA72}" dt="2026-08-16T08:30:46.687" v="1589" actId="1076"/>
          <ac:picMkLst>
            <pc:docMk/>
            <pc:sldMk cId="2242232366" sldId="271"/>
            <ac:picMk id="4" creationId="{0F65EB3E-86E4-A411-3417-07C9D060EE2F}"/>
          </ac:picMkLst>
        </pc:picChg>
        <pc:picChg chg="add mod">
          <ac:chgData name="NIVETHA S" userId="effa5bfef15127c1" providerId="LiveId" clId="{71AE3A8A-58D0-467F-84FA-787382E2AA72}" dt="2026-08-16T08:31:03.223" v="1596" actId="1076"/>
          <ac:picMkLst>
            <pc:docMk/>
            <pc:sldMk cId="2242232366" sldId="271"/>
            <ac:picMk id="6" creationId="{2C435D6F-E6BC-1DDC-CBE6-BA6C9A7C1D5C}"/>
          </ac:picMkLst>
        </pc:picChg>
      </pc:sldChg>
      <pc:sldChg chg="addSp modSp new mod">
        <pc:chgData name="NIVETHA S" userId="effa5bfef15127c1" providerId="LiveId" clId="{71AE3A8A-58D0-467F-84FA-787382E2AA72}" dt="2026-08-16T08:34:57.054" v="1607" actId="1076"/>
        <pc:sldMkLst>
          <pc:docMk/>
          <pc:sldMk cId="2552746476" sldId="272"/>
        </pc:sldMkLst>
        <pc:spChg chg="add mod">
          <ac:chgData name="NIVETHA S" userId="effa5bfef15127c1" providerId="LiveId" clId="{71AE3A8A-58D0-467F-84FA-787382E2AA72}" dt="2026-08-16T08:10:52.178" v="1446" actId="20577"/>
          <ac:spMkLst>
            <pc:docMk/>
            <pc:sldMk cId="2552746476" sldId="272"/>
            <ac:spMk id="2" creationId="{0163598B-134D-0910-67BB-01F25D7BFF1C}"/>
          </ac:spMkLst>
        </pc:spChg>
        <pc:spChg chg="add mod">
          <ac:chgData name="NIVETHA S" userId="effa5bfef15127c1" providerId="LiveId" clId="{71AE3A8A-58D0-467F-84FA-787382E2AA72}" dt="2026-08-16T08:34:13.206" v="1598" actId="1076"/>
          <ac:spMkLst>
            <pc:docMk/>
            <pc:sldMk cId="2552746476" sldId="272"/>
            <ac:spMk id="3" creationId="{F9870A64-0283-077B-DA00-A4CD2EB3A7C6}"/>
          </ac:spMkLst>
        </pc:spChg>
        <pc:spChg chg="add mod">
          <ac:chgData name="NIVETHA S" userId="effa5bfef15127c1" providerId="LiveId" clId="{71AE3A8A-58D0-467F-84FA-787382E2AA72}" dt="2026-08-14T05:21:24.462" v="1034" actId="1076"/>
          <ac:spMkLst>
            <pc:docMk/>
            <pc:sldMk cId="2552746476" sldId="272"/>
            <ac:spMk id="5" creationId="{8057C2C9-018D-A88C-93EE-1CE54654FAE2}"/>
          </ac:spMkLst>
        </pc:spChg>
        <pc:spChg chg="add mod">
          <ac:chgData name="NIVETHA S" userId="effa5bfef15127c1" providerId="LiveId" clId="{71AE3A8A-58D0-467F-84FA-787382E2AA72}" dt="2026-08-13T17:14:14.607" v="961" actId="1076"/>
          <ac:spMkLst>
            <pc:docMk/>
            <pc:sldMk cId="2552746476" sldId="272"/>
            <ac:spMk id="7" creationId="{02FEACF3-2821-E1FB-0A20-E75AD851B23F}"/>
          </ac:spMkLst>
        </pc:spChg>
        <pc:spChg chg="add mod">
          <ac:chgData name="NIVETHA S" userId="effa5bfef15127c1" providerId="LiveId" clId="{71AE3A8A-58D0-467F-84FA-787382E2AA72}" dt="2026-08-16T08:34:54.679" v="1606" actId="1076"/>
          <ac:spMkLst>
            <pc:docMk/>
            <pc:sldMk cId="2552746476" sldId="272"/>
            <ac:spMk id="8" creationId="{0FD7389F-98A2-D7B1-06BA-9F0302E29340}"/>
          </ac:spMkLst>
        </pc:spChg>
        <pc:picChg chg="add mod">
          <ac:chgData name="NIVETHA S" userId="effa5bfef15127c1" providerId="LiveId" clId="{71AE3A8A-58D0-467F-84FA-787382E2AA72}" dt="2026-08-16T08:34:16.165" v="1599" actId="1076"/>
          <ac:picMkLst>
            <pc:docMk/>
            <pc:sldMk cId="2552746476" sldId="272"/>
            <ac:picMk id="4" creationId="{CB2C65EE-B51C-ED4D-F4C4-89765BDFD2BE}"/>
          </ac:picMkLst>
        </pc:picChg>
        <pc:picChg chg="add mod">
          <ac:chgData name="NIVETHA S" userId="effa5bfef15127c1" providerId="LiveId" clId="{71AE3A8A-58D0-467F-84FA-787382E2AA72}" dt="2026-08-16T08:34:57.054" v="1607" actId="1076"/>
          <ac:picMkLst>
            <pc:docMk/>
            <pc:sldMk cId="2552746476" sldId="272"/>
            <ac:picMk id="6" creationId="{565EA9F6-DCF7-2559-D200-2EA0E68A93D3}"/>
          </ac:picMkLst>
        </pc:picChg>
      </pc:sldChg>
      <pc:sldChg chg="addSp delSp modSp new mod modClrScheme chgLayout">
        <pc:chgData name="NIVETHA S" userId="effa5bfef15127c1" providerId="LiveId" clId="{71AE3A8A-58D0-467F-84FA-787382E2AA72}" dt="2026-08-16T08:05:02.694" v="1341" actId="1076"/>
        <pc:sldMkLst>
          <pc:docMk/>
          <pc:sldMk cId="2276263111" sldId="273"/>
        </pc:sldMkLst>
        <pc:spChg chg="add mod">
          <ac:chgData name="NIVETHA S" userId="effa5bfef15127c1" providerId="LiveId" clId="{71AE3A8A-58D0-467F-84FA-787382E2AA72}" dt="2026-08-16T08:05:02.694" v="1341" actId="1076"/>
          <ac:spMkLst>
            <pc:docMk/>
            <pc:sldMk cId="2276263111" sldId="273"/>
            <ac:spMk id="3" creationId="{47B514BB-5797-485B-D99B-1A6DB04087B6}"/>
          </ac:spMkLst>
        </pc:spChg>
        <pc:spChg chg="add del mod">
          <ac:chgData name="NIVETHA S" userId="effa5bfef15127c1" providerId="LiveId" clId="{71AE3A8A-58D0-467F-84FA-787382E2AA72}" dt="2026-08-16T08:04:25.009" v="1311" actId="478"/>
          <ac:spMkLst>
            <pc:docMk/>
            <pc:sldMk cId="2276263111" sldId="273"/>
            <ac:spMk id="5" creationId="{08CBBF5E-7998-4137-B6D7-D34F5C631359}"/>
          </ac:spMkLst>
        </pc:spChg>
        <pc:spChg chg="add mod">
          <ac:chgData name="NIVETHA S" userId="effa5bfef15127c1" providerId="LiveId" clId="{71AE3A8A-58D0-467F-84FA-787382E2AA72}" dt="2026-08-13T06:35:24.271" v="359" actId="5793"/>
          <ac:spMkLst>
            <pc:docMk/>
            <pc:sldMk cId="2276263111" sldId="273"/>
            <ac:spMk id="6" creationId="{D81F1AEA-2E14-C84F-12D7-AD10B51B8858}"/>
          </ac:spMkLst>
        </pc:spChg>
      </pc:sldChg>
      <pc:sldChg chg="addSp modSp new mod modClrScheme chgLayout">
        <pc:chgData name="NIVETHA S" userId="effa5bfef15127c1" providerId="LiveId" clId="{71AE3A8A-58D0-467F-84FA-787382E2AA72}" dt="2026-08-16T08:05:17.302" v="1344" actId="1076"/>
        <pc:sldMkLst>
          <pc:docMk/>
          <pc:sldMk cId="316317532" sldId="274"/>
        </pc:sldMkLst>
        <pc:spChg chg="add mod">
          <ac:chgData name="NIVETHA S" userId="effa5bfef15127c1" providerId="LiveId" clId="{71AE3A8A-58D0-467F-84FA-787382E2AA72}" dt="2026-08-16T08:05:17.302" v="1344" actId="1076"/>
          <ac:spMkLst>
            <pc:docMk/>
            <pc:sldMk cId="316317532" sldId="274"/>
            <ac:spMk id="2" creationId="{EF841CA8-22B6-A78F-19F8-27C3F0CE0F14}"/>
          </ac:spMkLst>
        </pc:spChg>
        <pc:spChg chg="add mod">
          <ac:chgData name="NIVETHA S" userId="effa5bfef15127c1" providerId="LiveId" clId="{71AE3A8A-58D0-467F-84FA-787382E2AA72}" dt="2026-08-13T06:37:08.587" v="402" actId="1076"/>
          <ac:spMkLst>
            <pc:docMk/>
            <pc:sldMk cId="316317532" sldId="274"/>
            <ac:spMk id="3" creationId="{EA6635B3-3E29-9AB6-8510-66D8958B4511}"/>
          </ac:spMkLst>
        </pc:spChg>
      </pc:sldChg>
      <pc:sldChg chg="addSp delSp modSp new add del mod">
        <pc:chgData name="NIVETHA S" userId="effa5bfef15127c1" providerId="LiveId" clId="{71AE3A8A-58D0-467F-84FA-787382E2AA72}" dt="2026-08-16T08:02:57.800" v="1293" actId="255"/>
        <pc:sldMkLst>
          <pc:docMk/>
          <pc:sldMk cId="3786332609" sldId="275"/>
        </pc:sldMkLst>
        <pc:spChg chg="mod">
          <ac:chgData name="NIVETHA S" userId="effa5bfef15127c1" providerId="LiveId" clId="{71AE3A8A-58D0-467F-84FA-787382E2AA72}" dt="2026-08-16T08:02:57.800" v="1293" actId="255"/>
          <ac:spMkLst>
            <pc:docMk/>
            <pc:sldMk cId="3786332609" sldId="275"/>
            <ac:spMk id="2" creationId="{A0B8B533-EBAA-9216-5A2A-3BBB214A782C}"/>
          </ac:spMkLst>
        </pc:spChg>
        <pc:spChg chg="mod">
          <ac:chgData name="NIVETHA S" userId="effa5bfef15127c1" providerId="LiveId" clId="{71AE3A8A-58D0-467F-84FA-787382E2AA72}" dt="2026-08-15T07:19:52.136" v="1126" actId="1076"/>
          <ac:spMkLst>
            <pc:docMk/>
            <pc:sldMk cId="3786332609" sldId="275"/>
            <ac:spMk id="3" creationId="{9B82BC59-5D69-233D-0A00-F03C5A83026E}"/>
          </ac:spMkLst>
        </pc:spChg>
      </pc:sldChg>
      <pc:sldChg chg="modSp new mod">
        <pc:chgData name="NIVETHA S" userId="effa5bfef15127c1" providerId="LiveId" clId="{71AE3A8A-58D0-467F-84FA-787382E2AA72}" dt="2026-08-16T08:03:11.741" v="1296" actId="14100"/>
        <pc:sldMkLst>
          <pc:docMk/>
          <pc:sldMk cId="1491209461" sldId="276"/>
        </pc:sldMkLst>
        <pc:spChg chg="mod">
          <ac:chgData name="NIVETHA S" userId="effa5bfef15127c1" providerId="LiveId" clId="{71AE3A8A-58D0-467F-84FA-787382E2AA72}" dt="2026-08-16T08:03:11.741" v="1296" actId="14100"/>
          <ac:spMkLst>
            <pc:docMk/>
            <pc:sldMk cId="1491209461" sldId="276"/>
            <ac:spMk id="2" creationId="{20743FB2-75F4-BB36-2185-D4D95D9D878E}"/>
          </ac:spMkLst>
        </pc:spChg>
        <pc:spChg chg="mod">
          <ac:chgData name="NIVETHA S" userId="effa5bfef15127c1" providerId="LiveId" clId="{71AE3A8A-58D0-467F-84FA-787382E2AA72}" dt="2026-08-12T19:11:05.004" v="303" actId="1076"/>
          <ac:spMkLst>
            <pc:docMk/>
            <pc:sldMk cId="1491209461" sldId="276"/>
            <ac:spMk id="3" creationId="{4FC2D6EC-E76C-C36B-FC43-C26458EF5B04}"/>
          </ac:spMkLst>
        </pc:spChg>
      </pc:sldChg>
      <pc:sldChg chg="addSp delSp modSp new mod">
        <pc:chgData name="NIVETHA S" userId="effa5bfef15127c1" providerId="LiveId" clId="{71AE3A8A-58D0-467F-84FA-787382E2AA72}" dt="2026-08-13T13:42:59.288" v="610" actId="255"/>
        <pc:sldMkLst>
          <pc:docMk/>
          <pc:sldMk cId="770727179" sldId="277"/>
        </pc:sldMkLst>
        <pc:spChg chg="add mod">
          <ac:chgData name="NIVETHA S" userId="effa5bfef15127c1" providerId="LiveId" clId="{71AE3A8A-58D0-467F-84FA-787382E2AA72}" dt="2026-08-13T13:42:59.288" v="610" actId="255"/>
          <ac:spMkLst>
            <pc:docMk/>
            <pc:sldMk cId="770727179" sldId="277"/>
            <ac:spMk id="5" creationId="{9DF53720-EC67-0B7F-7452-D7DAD1B1DD89}"/>
          </ac:spMkLst>
        </pc:spChg>
        <pc:picChg chg="add mod">
          <ac:chgData name="NIVETHA S" userId="effa5bfef15127c1" providerId="LiveId" clId="{71AE3A8A-58D0-467F-84FA-787382E2AA72}" dt="2026-08-13T13:42:34.998" v="595" actId="1076"/>
          <ac:picMkLst>
            <pc:docMk/>
            <pc:sldMk cId="770727179" sldId="277"/>
            <ac:picMk id="4" creationId="{6D28CAE3-B9E3-818F-FBD5-C1AA42885FB9}"/>
          </ac:picMkLst>
        </pc:picChg>
      </pc:sldChg>
      <pc:sldChg chg="addSp delSp modSp new mod modClrScheme chgLayout">
        <pc:chgData name="NIVETHA S" userId="effa5bfef15127c1" providerId="LiveId" clId="{71AE3A8A-58D0-467F-84FA-787382E2AA72}" dt="2026-08-16T08:35:16.194" v="1608" actId="20577"/>
        <pc:sldMkLst>
          <pc:docMk/>
          <pc:sldMk cId="1213606981" sldId="278"/>
        </pc:sldMkLst>
        <pc:spChg chg="mod ord">
          <ac:chgData name="NIVETHA S" userId="effa5bfef15127c1" providerId="LiveId" clId="{71AE3A8A-58D0-467F-84FA-787382E2AA72}" dt="2026-08-16T08:35:16.194" v="1608" actId="20577"/>
          <ac:spMkLst>
            <pc:docMk/>
            <pc:sldMk cId="1213606981" sldId="278"/>
            <ac:spMk id="2" creationId="{09A1387D-B992-4BEE-C718-45A0FDF774AE}"/>
          </ac:spMkLst>
        </pc:spChg>
        <pc:spChg chg="del mod ord">
          <ac:chgData name="NIVETHA S" userId="effa5bfef15127c1" providerId="LiveId" clId="{71AE3A8A-58D0-467F-84FA-787382E2AA72}" dt="2026-08-16T07:46:21.896" v="1167" actId="700"/>
          <ac:spMkLst>
            <pc:docMk/>
            <pc:sldMk cId="1213606981" sldId="278"/>
            <ac:spMk id="3" creationId="{5F35348A-4FA2-E773-3791-6C757204604D}"/>
          </ac:spMkLst>
        </pc:spChg>
        <pc:spChg chg="add mod ord">
          <ac:chgData name="NIVETHA S" userId="effa5bfef15127c1" providerId="LiveId" clId="{71AE3A8A-58D0-467F-84FA-787382E2AA72}" dt="2026-08-16T07:49:47.745" v="1252" actId="1076"/>
          <ac:spMkLst>
            <pc:docMk/>
            <pc:sldMk cId="1213606981" sldId="278"/>
            <ac:spMk id="4" creationId="{FD1F0AFB-9C4B-FC06-8B8E-580DF385D75E}"/>
          </ac:spMkLst>
        </pc:spChg>
        <pc:spChg chg="add mod ord">
          <ac:chgData name="NIVETHA S" userId="effa5bfef15127c1" providerId="LiveId" clId="{71AE3A8A-58D0-467F-84FA-787382E2AA72}" dt="2026-08-16T07:49:54.769" v="1254" actId="14100"/>
          <ac:spMkLst>
            <pc:docMk/>
            <pc:sldMk cId="1213606981" sldId="278"/>
            <ac:spMk id="5" creationId="{6595848B-5D65-FDE9-CAAF-3B7FCD852CC5}"/>
          </ac:spMkLst>
        </pc:spChg>
        <pc:spChg chg="add mod ord">
          <ac:chgData name="NIVETHA S" userId="effa5bfef15127c1" providerId="LiveId" clId="{71AE3A8A-58D0-467F-84FA-787382E2AA72}" dt="2026-08-16T07:50:17.089" v="1257" actId="1076"/>
          <ac:spMkLst>
            <pc:docMk/>
            <pc:sldMk cId="1213606981" sldId="278"/>
            <ac:spMk id="6" creationId="{16541D74-FCF4-674A-C7EE-6706B9E451BD}"/>
          </ac:spMkLst>
        </pc:spChg>
        <pc:spChg chg="add mod ord">
          <ac:chgData name="NIVETHA S" userId="effa5bfef15127c1" providerId="LiveId" clId="{71AE3A8A-58D0-467F-84FA-787382E2AA72}" dt="2026-08-16T07:51:14.647" v="1285" actId="20577"/>
          <ac:spMkLst>
            <pc:docMk/>
            <pc:sldMk cId="1213606981" sldId="278"/>
            <ac:spMk id="7" creationId="{6C017575-2720-8367-D325-3F7133659D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nivetha-s-66b99828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Niviii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63902"/>
            <a:ext cx="12190815" cy="6694098"/>
          </a:xfrm>
          <a:prstGeom prst="rect">
            <a:avLst/>
          </a:prstGeom>
          <a:noFill/>
          <a:ln>
            <a:noFill/>
          </a:ln>
        </p:spPr>
      </p:pic>
      <p:sp>
        <p:nvSpPr>
          <p:cNvPr id="99" name="Google Shape;99;p1"/>
          <p:cNvSpPr txBox="1"/>
          <p:nvPr/>
        </p:nvSpPr>
        <p:spPr>
          <a:xfrm>
            <a:off x="2472904" y="3717986"/>
            <a:ext cx="7782141" cy="116951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3200" b="1" i="0" u="none" strike="noStrike" cap="none" dirty="0">
                <a:solidFill>
                  <a:schemeClr val="dk1"/>
                </a:solidFill>
                <a:latin typeface="Calibri"/>
                <a:ea typeface="Calibri"/>
                <a:cs typeface="Calibri"/>
                <a:sym typeface="Calibri"/>
              </a:rPr>
              <a:t>MUSIC STORE DATA MANAGEM</a:t>
            </a:r>
            <a:r>
              <a:rPr lang="en-IN" sz="3200" b="1" dirty="0">
                <a:solidFill>
                  <a:schemeClr val="dk1"/>
                </a:solidFill>
                <a:latin typeface="Calibri"/>
                <a:ea typeface="Calibri"/>
                <a:cs typeface="Calibri"/>
                <a:sym typeface="Calibri"/>
              </a:rPr>
              <a:t>ENT SYSTEM</a:t>
            </a:r>
            <a:endParaRPr lang="en-IN" sz="3200" b="1" i="0" u="none" strike="noStrike" cap="none" dirty="0">
              <a:solidFill>
                <a:schemeClr val="dk1"/>
              </a:solidFill>
              <a:latin typeface="Calibri"/>
              <a:ea typeface="Calibri"/>
              <a:cs typeface="Calibri"/>
              <a:sym typeface="Calibri"/>
            </a:endParaRPr>
          </a:p>
          <a:p>
            <a:pPr lvl="0" algn="ctr">
              <a:buSzPts val="1800"/>
            </a:pPr>
            <a:r>
              <a:rPr lang="en-IN" sz="2000" dirty="0">
                <a:latin typeface="Calibri" panose="020F0502020204030204" pitchFamily="34" charset="0"/>
                <a:ea typeface="Calibri" panose="020F0502020204030204" pitchFamily="34" charset="0"/>
                <a:cs typeface="Calibri" panose="020F0502020204030204" pitchFamily="34" charset="0"/>
              </a:rPr>
              <a:t>A Relational Database Management System</a:t>
            </a:r>
            <a:r>
              <a:rPr lang="en-IN" sz="2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endParaRP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60438" y="1166862"/>
            <a:ext cx="9704439" cy="4893607"/>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NIVETHA S </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BACKGROUND: </a:t>
            </a:r>
            <a:r>
              <a:rPr lang="en-IN" sz="2400" dirty="0">
                <a:solidFill>
                  <a:schemeClr val="dk1"/>
                </a:solidFill>
                <a:latin typeface="Calibri"/>
                <a:ea typeface="Calibri"/>
                <a:cs typeface="Calibri"/>
                <a:sym typeface="Calibri"/>
              </a:rPr>
              <a:t>B.E (CSE)</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lvl="0">
              <a:buClr>
                <a:schemeClr val="dk1"/>
              </a:buClr>
              <a:buSzPts val="2400"/>
            </a:pPr>
            <a:r>
              <a:rPr lang="en-IN" sz="2400" b="1" dirty="0">
                <a:solidFill>
                  <a:schemeClr val="dk1"/>
                </a:solidFill>
                <a:latin typeface="Calibri"/>
                <a:ea typeface="Calibri"/>
                <a:cs typeface="Calibri"/>
                <a:sym typeface="Calibri"/>
              </a:rPr>
              <a:t>WHY DATA SCIENCE: </a:t>
            </a:r>
            <a:r>
              <a:rPr lang="en-IN" sz="2400" dirty="0">
                <a:latin typeface="Calibri" panose="020F0502020204030204" pitchFamily="34" charset="0"/>
                <a:ea typeface="Calibri" panose="020F0502020204030204" pitchFamily="34" charset="0"/>
                <a:cs typeface="Calibri" panose="020F0502020204030204" pitchFamily="34" charset="0"/>
              </a:rPr>
              <a:t>Exploring data, discovering insights, and solving real-world problems.</a:t>
            </a:r>
            <a:endPar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EXPERIENCE: </a:t>
            </a:r>
            <a:r>
              <a:rPr lang="en-IN" sz="2400" dirty="0">
                <a:solidFill>
                  <a:schemeClr val="dk1"/>
                </a:solidFill>
                <a:latin typeface="Calibri"/>
                <a:ea typeface="Calibri"/>
                <a:cs typeface="Calibri"/>
                <a:sym typeface="Calibri"/>
              </a:rPr>
              <a:t>FRESHER</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LINKEDIN: </a:t>
            </a:r>
            <a:r>
              <a:rPr lang="en-IN" sz="2400" b="1" dirty="0">
                <a:solidFill>
                  <a:schemeClr val="tx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LINKEDIN URL</a:t>
            </a:r>
            <a:endParaRPr lang="en-IN" sz="2400" b="1" dirty="0">
              <a:solidFill>
                <a:schemeClr val="tx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GITHUB: </a:t>
            </a:r>
            <a:r>
              <a:rPr lang="en-IN" sz="2400" b="1" dirty="0">
                <a:solidFill>
                  <a:schemeClr val="tx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GITHUB URL</a:t>
            </a:r>
            <a:endParaRPr lang="en-IN" sz="2400" b="1" dirty="0">
              <a:solidFill>
                <a:schemeClr val="tx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247286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lang="en-IN"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8B533-EBAA-9216-5A2A-3BBB214A782C}"/>
              </a:ext>
            </a:extLst>
          </p:cNvPr>
          <p:cNvSpPr>
            <a:spLocks noGrp="1"/>
          </p:cNvSpPr>
          <p:nvPr>
            <p:ph type="title"/>
          </p:nvPr>
        </p:nvSpPr>
        <p:spPr>
          <a:xfrm>
            <a:off x="208936" y="453615"/>
            <a:ext cx="1924665" cy="401791"/>
          </a:xfrm>
        </p:spPr>
        <p:txBody>
          <a:bodyPr>
            <a:normAutofit fontScale="90000"/>
          </a:bodyPr>
          <a:lstStyle/>
          <a:p>
            <a:r>
              <a:rPr lang="en-IN" sz="2800" b="1" dirty="0">
                <a:latin typeface="Calibri" panose="020F0502020204030204" pitchFamily="34" charset="0"/>
                <a:ea typeface="Calibri" panose="020F0502020204030204" pitchFamily="34" charset="0"/>
                <a:cs typeface="Calibri" panose="020F0502020204030204" pitchFamily="34" charset="0"/>
              </a:rPr>
              <a:t>OBJECTIVE:</a:t>
            </a:r>
            <a:endParaRPr lang="en-IN" sz="2800" dirty="0"/>
          </a:p>
        </p:txBody>
      </p:sp>
      <p:sp>
        <p:nvSpPr>
          <p:cNvPr id="3" name="Text Placeholder 2">
            <a:extLst>
              <a:ext uri="{FF2B5EF4-FFF2-40B4-BE49-F238E27FC236}">
                <a16:creationId xmlns:a16="http://schemas.microsoft.com/office/drawing/2014/main" id="{9B82BC59-5D69-233D-0A00-F03C5A83026E}"/>
              </a:ext>
            </a:extLst>
          </p:cNvPr>
          <p:cNvSpPr>
            <a:spLocks noGrp="1"/>
          </p:cNvSpPr>
          <p:nvPr>
            <p:ph type="body" idx="1"/>
          </p:nvPr>
        </p:nvSpPr>
        <p:spPr>
          <a:xfrm>
            <a:off x="435692" y="1112325"/>
            <a:ext cx="11320616" cy="5292060"/>
          </a:xfrm>
        </p:spPr>
        <p:txBody>
          <a:bodyPr/>
          <a:lstStyle/>
          <a:p>
            <a:pPr>
              <a:buFont typeface="Wingdings" panose="05000000000000000000" pitchFamily="2" charset="2"/>
              <a:buChar char="Ø"/>
            </a:pPr>
            <a:r>
              <a:rPr lang="en-US" sz="2400" dirty="0"/>
              <a:t>Design and implement a relational database with appropriate constraints.</a:t>
            </a:r>
          </a:p>
          <a:p>
            <a:pPr marL="114300" indent="0">
              <a:buNone/>
            </a:pPr>
            <a:endParaRPr lang="en-US" sz="2400" dirty="0"/>
          </a:p>
          <a:p>
            <a:pPr>
              <a:buFont typeface="Wingdings" panose="05000000000000000000" pitchFamily="2" charset="2"/>
              <a:buChar char="Ø"/>
            </a:pPr>
            <a:r>
              <a:rPr lang="en-US" sz="2400" dirty="0"/>
              <a:t>Import and validate CSV data into the music store tables.</a:t>
            </a:r>
          </a:p>
          <a:p>
            <a:pPr marL="114300" indent="0">
              <a:buNone/>
            </a:pPr>
            <a:endParaRPr lang="en-US" sz="2400" dirty="0"/>
          </a:p>
          <a:p>
            <a:pPr>
              <a:buFont typeface="Wingdings" panose="05000000000000000000" pitchFamily="2" charset="2"/>
              <a:buChar char="Ø"/>
            </a:pPr>
            <a:r>
              <a:rPr lang="en-US" sz="2400" dirty="0"/>
              <a:t>Use SQL joins, aggregations, subqueries and ranking techniques.</a:t>
            </a:r>
          </a:p>
          <a:p>
            <a:pPr marL="114300" indent="0">
              <a:buNone/>
            </a:pPr>
            <a:endParaRPr lang="en-US" sz="2400" dirty="0"/>
          </a:p>
          <a:p>
            <a:pPr>
              <a:buFont typeface="Wingdings" panose="05000000000000000000" pitchFamily="2" charset="2"/>
              <a:buChar char="Ø"/>
            </a:pPr>
            <a:r>
              <a:rPr lang="en-US" sz="2400" dirty="0"/>
              <a:t>Analyze sales, customers, genres, artists and geographic trends.</a:t>
            </a:r>
          </a:p>
          <a:p>
            <a:pPr marL="114300" indent="0">
              <a:buNone/>
            </a:pPr>
            <a:endParaRPr lang="en-US" sz="2400" dirty="0"/>
          </a:p>
          <a:p>
            <a:pPr>
              <a:buFont typeface="Wingdings" panose="05000000000000000000" pitchFamily="2" charset="2"/>
              <a:buChar char="Ø"/>
            </a:pPr>
            <a:r>
              <a:rPr lang="en-US" sz="2400" dirty="0"/>
              <a:t>Convert database results into clear business insights.</a:t>
            </a:r>
          </a:p>
          <a:p>
            <a:endParaRPr lang="en-IN" dirty="0"/>
          </a:p>
        </p:txBody>
      </p:sp>
    </p:spTree>
    <p:extLst>
      <p:ext uri="{BB962C8B-B14F-4D97-AF65-F5344CB8AC3E}">
        <p14:creationId xmlns:p14="http://schemas.microsoft.com/office/powerpoint/2010/main" val="3786332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43FB2-75F4-BB36-2185-D4D95D9D878E}"/>
              </a:ext>
            </a:extLst>
          </p:cNvPr>
          <p:cNvSpPr>
            <a:spLocks noGrp="1"/>
          </p:cNvSpPr>
          <p:nvPr>
            <p:ph type="title"/>
          </p:nvPr>
        </p:nvSpPr>
        <p:spPr>
          <a:xfrm>
            <a:off x="218768" y="384791"/>
            <a:ext cx="3143864" cy="667262"/>
          </a:xfrm>
        </p:spPr>
        <p:txBody>
          <a:bodyPr>
            <a:normAutofit fontScale="90000"/>
          </a:bodyPr>
          <a:lstStyle/>
          <a:p>
            <a:r>
              <a:rPr lang="en-IN" sz="2500" b="1" dirty="0"/>
              <a:t>PROBLEM STATEMENT:</a:t>
            </a:r>
          </a:p>
        </p:txBody>
      </p:sp>
      <p:sp>
        <p:nvSpPr>
          <p:cNvPr id="3" name="Text Placeholder 2">
            <a:extLst>
              <a:ext uri="{FF2B5EF4-FFF2-40B4-BE49-F238E27FC236}">
                <a16:creationId xmlns:a16="http://schemas.microsoft.com/office/drawing/2014/main" id="{4FC2D6EC-E76C-C36B-FC43-C26458EF5B04}"/>
              </a:ext>
            </a:extLst>
          </p:cNvPr>
          <p:cNvSpPr>
            <a:spLocks noGrp="1"/>
          </p:cNvSpPr>
          <p:nvPr>
            <p:ph type="body" idx="1"/>
          </p:nvPr>
        </p:nvSpPr>
        <p:spPr>
          <a:xfrm>
            <a:off x="605913" y="1160206"/>
            <a:ext cx="10980174" cy="5056086"/>
          </a:xfrm>
        </p:spPr>
        <p:txBody>
          <a:bodyPr/>
          <a:lstStyle/>
          <a:p>
            <a:pPr>
              <a:buFont typeface="Wingdings" panose="05000000000000000000" pitchFamily="2" charset="2"/>
              <a:buChar char="Ø"/>
            </a:pPr>
            <a:r>
              <a:rPr lang="en-US" sz="2400" dirty="0"/>
              <a:t>The music store contains multiple related tables and a large number of records.</a:t>
            </a:r>
          </a:p>
          <a:p>
            <a:pPr marL="114300" indent="0">
              <a:buNone/>
            </a:pPr>
            <a:endParaRPr lang="en-US" sz="2400" dirty="0"/>
          </a:p>
          <a:p>
            <a:pPr>
              <a:buFont typeface="Wingdings" panose="05000000000000000000" pitchFamily="2" charset="2"/>
              <a:buChar char="Ø"/>
            </a:pPr>
            <a:r>
              <a:rPr lang="en-US" sz="2400" dirty="0"/>
              <a:t>Business users need answers about sales, customers, artists, genres and countries.</a:t>
            </a:r>
          </a:p>
          <a:p>
            <a:pPr marL="114300" indent="0">
              <a:buNone/>
            </a:pPr>
            <a:endParaRPr lang="en-US" sz="2400" dirty="0"/>
          </a:p>
          <a:p>
            <a:pPr>
              <a:buFont typeface="Wingdings" panose="05000000000000000000" pitchFamily="2" charset="2"/>
              <a:buChar char="Ø"/>
            </a:pPr>
            <a:r>
              <a:rPr lang="en-US" sz="2400" dirty="0"/>
              <a:t>Manual analysis is difficult because information is distributed across tables.</a:t>
            </a:r>
          </a:p>
          <a:p>
            <a:pPr marL="114300" indent="0">
              <a:buNone/>
            </a:pPr>
            <a:endParaRPr lang="en-US" sz="2400" dirty="0"/>
          </a:p>
          <a:p>
            <a:pPr>
              <a:buFont typeface="Wingdings" panose="05000000000000000000" pitchFamily="2" charset="2"/>
              <a:buChar char="Ø"/>
            </a:pPr>
            <a:r>
              <a:rPr lang="en-US" sz="2400" dirty="0"/>
              <a:t>SQL is used to connect, filter, aggregate and rank the data efficiently.</a:t>
            </a:r>
          </a:p>
          <a:p>
            <a:pPr marL="114300" indent="0">
              <a:buNone/>
            </a:pPr>
            <a:endParaRPr lang="en-US" sz="2400" dirty="0"/>
          </a:p>
          <a:p>
            <a:pPr>
              <a:buFont typeface="Wingdings" panose="05000000000000000000" pitchFamily="2" charset="2"/>
              <a:buChar char="Ø"/>
            </a:pPr>
            <a:r>
              <a:rPr lang="en-US" sz="2400" dirty="0"/>
              <a:t>The final analysis should support promotional and customer-focused decisions.</a:t>
            </a:r>
          </a:p>
          <a:p>
            <a:pPr marL="114300" indent="0">
              <a:buNone/>
            </a:pPr>
            <a:endParaRPr lang="en-IN" dirty="0"/>
          </a:p>
        </p:txBody>
      </p:sp>
    </p:spTree>
    <p:extLst>
      <p:ext uri="{BB962C8B-B14F-4D97-AF65-F5344CB8AC3E}">
        <p14:creationId xmlns:p14="http://schemas.microsoft.com/office/powerpoint/2010/main" val="1491209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28CAE3-B9E3-818F-FBD5-C1AA42885FB9}"/>
              </a:ext>
            </a:extLst>
          </p:cNvPr>
          <p:cNvPicPr>
            <a:picLocks noChangeAspect="1"/>
          </p:cNvPicPr>
          <p:nvPr/>
        </p:nvPicPr>
        <p:blipFill>
          <a:blip r:embed="rId2"/>
          <a:stretch>
            <a:fillRect/>
          </a:stretch>
        </p:blipFill>
        <p:spPr>
          <a:xfrm>
            <a:off x="797975" y="581434"/>
            <a:ext cx="10596050" cy="5928852"/>
          </a:xfrm>
          <a:prstGeom prst="rect">
            <a:avLst/>
          </a:prstGeom>
        </p:spPr>
      </p:pic>
      <p:sp>
        <p:nvSpPr>
          <p:cNvPr id="5" name="TextBox 4">
            <a:extLst>
              <a:ext uri="{FF2B5EF4-FFF2-40B4-BE49-F238E27FC236}">
                <a16:creationId xmlns:a16="http://schemas.microsoft.com/office/drawing/2014/main" id="{9DF53720-EC67-0B7F-7452-D7DAD1B1DD89}"/>
              </a:ext>
            </a:extLst>
          </p:cNvPr>
          <p:cNvSpPr txBox="1"/>
          <p:nvPr/>
        </p:nvSpPr>
        <p:spPr>
          <a:xfrm>
            <a:off x="383458" y="137652"/>
            <a:ext cx="2023311" cy="477054"/>
          </a:xfrm>
          <a:prstGeom prst="rect">
            <a:avLst/>
          </a:prstGeom>
          <a:noFill/>
        </p:spPr>
        <p:txBody>
          <a:bodyPr wrap="none" rtlCol="0">
            <a:spAutoFit/>
          </a:bodyPr>
          <a:lstStyle/>
          <a:p>
            <a:r>
              <a:rPr lang="en-IN" sz="2500" b="1" dirty="0">
                <a:latin typeface="Calibri" panose="020F0502020204030204" pitchFamily="34" charset="0"/>
                <a:ea typeface="Calibri" panose="020F0502020204030204" pitchFamily="34" charset="0"/>
                <a:cs typeface="Calibri" panose="020F0502020204030204" pitchFamily="34" charset="0"/>
              </a:rPr>
              <a:t>ER DIAGRAM:</a:t>
            </a:r>
          </a:p>
        </p:txBody>
      </p:sp>
    </p:spTree>
    <p:extLst>
      <p:ext uri="{BB962C8B-B14F-4D97-AF65-F5344CB8AC3E}">
        <p14:creationId xmlns:p14="http://schemas.microsoft.com/office/powerpoint/2010/main" val="770727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387D-B992-4BEE-C718-45A0FDF774AE}"/>
              </a:ext>
            </a:extLst>
          </p:cNvPr>
          <p:cNvSpPr>
            <a:spLocks noGrp="1"/>
          </p:cNvSpPr>
          <p:nvPr>
            <p:ph type="title"/>
          </p:nvPr>
        </p:nvSpPr>
        <p:spPr>
          <a:xfrm>
            <a:off x="367839" y="453128"/>
            <a:ext cx="5256212" cy="598080"/>
          </a:xfrm>
        </p:spPr>
        <p:txBody>
          <a:bodyPr>
            <a:normAutofit/>
          </a:bodyPr>
          <a:lstStyle/>
          <a:p>
            <a:r>
              <a:rPr lang="en-IN" sz="2500" b="1" dirty="0"/>
              <a:t>TECHNIQUES USED &amp; KEY FEATURES:</a:t>
            </a:r>
            <a:endParaRPr lang="en-IN" sz="2500" dirty="0"/>
          </a:p>
        </p:txBody>
      </p:sp>
      <p:sp>
        <p:nvSpPr>
          <p:cNvPr id="4" name="Text Placeholder 3">
            <a:extLst>
              <a:ext uri="{FF2B5EF4-FFF2-40B4-BE49-F238E27FC236}">
                <a16:creationId xmlns:a16="http://schemas.microsoft.com/office/drawing/2014/main" id="{FD1F0AFB-9C4B-FC06-8B8E-580DF385D75E}"/>
              </a:ext>
            </a:extLst>
          </p:cNvPr>
          <p:cNvSpPr>
            <a:spLocks noGrp="1"/>
          </p:cNvSpPr>
          <p:nvPr>
            <p:ph type="body" idx="1"/>
          </p:nvPr>
        </p:nvSpPr>
        <p:spPr>
          <a:xfrm>
            <a:off x="138805" y="1297499"/>
            <a:ext cx="2857140" cy="708282"/>
          </a:xfrm>
        </p:spPr>
        <p:txBody>
          <a:bodyPr/>
          <a:lstStyle/>
          <a:p>
            <a:r>
              <a:rPr lang="en-IN" dirty="0"/>
              <a:t>TECHNIQUES USED </a:t>
            </a:r>
          </a:p>
        </p:txBody>
      </p:sp>
      <p:sp>
        <p:nvSpPr>
          <p:cNvPr id="5" name="Text Placeholder 4">
            <a:extLst>
              <a:ext uri="{FF2B5EF4-FFF2-40B4-BE49-F238E27FC236}">
                <a16:creationId xmlns:a16="http://schemas.microsoft.com/office/drawing/2014/main" id="{6595848B-5D65-FDE9-CAAF-3B7FCD852CC5}"/>
              </a:ext>
            </a:extLst>
          </p:cNvPr>
          <p:cNvSpPr>
            <a:spLocks noGrp="1"/>
          </p:cNvSpPr>
          <p:nvPr>
            <p:ph type="body" idx="2"/>
          </p:nvPr>
        </p:nvSpPr>
        <p:spPr>
          <a:xfrm>
            <a:off x="512480" y="2123765"/>
            <a:ext cx="5157787" cy="3982067"/>
          </a:xfrm>
        </p:spPr>
        <p:txBody>
          <a:bodyPr/>
          <a:lstStyle/>
          <a:p>
            <a:pPr>
              <a:spcAft>
                <a:spcPts val="300"/>
              </a:spcAft>
              <a:buFont typeface="Wingdings" panose="05000000000000000000" pitchFamily="2" charset="2"/>
              <a:buChar char="Ø"/>
              <a:defRPr sz="1400" b="0"/>
            </a:pPr>
            <a:r>
              <a:rPr lang="en-US" sz="2000" dirty="0"/>
              <a:t> MySQL relational database design</a:t>
            </a:r>
          </a:p>
          <a:p>
            <a:pPr>
              <a:spcAft>
                <a:spcPts val="300"/>
              </a:spcAft>
              <a:buFont typeface="Wingdings" panose="05000000000000000000" pitchFamily="2" charset="2"/>
              <a:buChar char="Ø"/>
              <a:defRPr sz="1400" b="0"/>
            </a:pPr>
            <a:r>
              <a:rPr lang="en-US" sz="2000" dirty="0"/>
              <a:t> Primary keys and foreign keys</a:t>
            </a:r>
          </a:p>
          <a:p>
            <a:pPr>
              <a:spcAft>
                <a:spcPts val="300"/>
              </a:spcAft>
              <a:buFont typeface="Wingdings" panose="05000000000000000000" pitchFamily="2" charset="2"/>
              <a:buChar char="Ø"/>
              <a:defRPr sz="1400" b="0"/>
            </a:pPr>
            <a:r>
              <a:rPr lang="en-US" sz="2000" dirty="0"/>
              <a:t>INNER JOINs across related tables</a:t>
            </a:r>
          </a:p>
          <a:p>
            <a:pPr>
              <a:spcAft>
                <a:spcPts val="300"/>
              </a:spcAft>
              <a:buFont typeface="Wingdings" panose="05000000000000000000" pitchFamily="2" charset="2"/>
              <a:buChar char="Ø"/>
              <a:defRPr sz="1400" b="0"/>
            </a:pPr>
            <a:r>
              <a:rPr lang="en-US" sz="2000" dirty="0"/>
              <a:t>GROUP BY with COUNT and SUM</a:t>
            </a:r>
          </a:p>
          <a:p>
            <a:pPr>
              <a:spcAft>
                <a:spcPts val="300"/>
              </a:spcAft>
              <a:buFont typeface="Wingdings" panose="05000000000000000000" pitchFamily="2" charset="2"/>
              <a:buChar char="Ø"/>
              <a:defRPr sz="1400" b="0"/>
            </a:pPr>
            <a:r>
              <a:rPr lang="en-US" sz="2000" dirty="0"/>
              <a:t>ORDER BY and LIMIT for ranking</a:t>
            </a:r>
          </a:p>
          <a:p>
            <a:pPr>
              <a:spcAft>
                <a:spcPts val="300"/>
              </a:spcAft>
              <a:buFont typeface="Wingdings" panose="05000000000000000000" pitchFamily="2" charset="2"/>
              <a:buChar char="Ø"/>
              <a:defRPr sz="1400" b="0"/>
            </a:pPr>
            <a:r>
              <a:rPr lang="en-US" sz="2000" dirty="0"/>
              <a:t>Subqueries for dynamic comparisons</a:t>
            </a:r>
          </a:p>
          <a:p>
            <a:pPr>
              <a:spcAft>
                <a:spcPts val="300"/>
              </a:spcAft>
              <a:buFont typeface="Wingdings" panose="05000000000000000000" pitchFamily="2" charset="2"/>
              <a:buChar char="Ø"/>
              <a:defRPr sz="1400" b="0"/>
            </a:pPr>
            <a:r>
              <a:rPr lang="en-US" sz="2000" dirty="0"/>
              <a:t>Common Table Expressions (CTEs)</a:t>
            </a:r>
          </a:p>
          <a:p>
            <a:pPr>
              <a:spcAft>
                <a:spcPts val="300"/>
              </a:spcAft>
              <a:buFont typeface="Wingdings" panose="05000000000000000000" pitchFamily="2" charset="2"/>
              <a:buChar char="Ø"/>
              <a:defRPr sz="1400" b="0"/>
            </a:pPr>
            <a:r>
              <a:rPr lang="en-US" sz="2000" dirty="0"/>
              <a:t>DENSE_RANK() with PARTITION BY for rankings and ties</a:t>
            </a:r>
          </a:p>
          <a:p>
            <a:pPr marL="114300" indent="0">
              <a:buNone/>
            </a:pPr>
            <a:endParaRPr lang="en-IN" dirty="0"/>
          </a:p>
        </p:txBody>
      </p:sp>
      <p:sp>
        <p:nvSpPr>
          <p:cNvPr id="6" name="Text Placeholder 5">
            <a:extLst>
              <a:ext uri="{FF2B5EF4-FFF2-40B4-BE49-F238E27FC236}">
                <a16:creationId xmlns:a16="http://schemas.microsoft.com/office/drawing/2014/main" id="{16541D74-FCF4-674A-C7EE-6706B9E451BD}"/>
              </a:ext>
            </a:extLst>
          </p:cNvPr>
          <p:cNvSpPr>
            <a:spLocks noGrp="1"/>
          </p:cNvSpPr>
          <p:nvPr>
            <p:ph type="body" idx="3"/>
          </p:nvPr>
        </p:nvSpPr>
        <p:spPr>
          <a:xfrm>
            <a:off x="6096000" y="1415129"/>
            <a:ext cx="2391697" cy="590294"/>
          </a:xfrm>
        </p:spPr>
        <p:txBody>
          <a:bodyPr/>
          <a:lstStyle/>
          <a:p>
            <a:r>
              <a:rPr lang="en-IN" dirty="0"/>
              <a:t>KEY FEATURES</a:t>
            </a:r>
          </a:p>
        </p:txBody>
      </p:sp>
      <p:sp>
        <p:nvSpPr>
          <p:cNvPr id="7" name="Text Placeholder 6">
            <a:extLst>
              <a:ext uri="{FF2B5EF4-FFF2-40B4-BE49-F238E27FC236}">
                <a16:creationId xmlns:a16="http://schemas.microsoft.com/office/drawing/2014/main" id="{6C017575-2720-8367-D325-3F7133659DE6}"/>
              </a:ext>
            </a:extLst>
          </p:cNvPr>
          <p:cNvSpPr>
            <a:spLocks noGrp="1"/>
          </p:cNvSpPr>
          <p:nvPr>
            <p:ph type="body" idx="4"/>
          </p:nvPr>
        </p:nvSpPr>
        <p:spPr>
          <a:xfrm>
            <a:off x="6172200" y="2229771"/>
            <a:ext cx="5183188" cy="4220189"/>
          </a:xfrm>
        </p:spPr>
        <p:txBody>
          <a:bodyPr>
            <a:normAutofit/>
          </a:bodyPr>
          <a:lstStyle/>
          <a:p>
            <a:pPr>
              <a:buFont typeface="Wingdings" panose="05000000000000000000" pitchFamily="2" charset="2"/>
              <a:buChar char="Ø"/>
            </a:pPr>
            <a:r>
              <a:rPr lang="en-US" sz="2000" dirty="0"/>
              <a:t>CSV data import and validation</a:t>
            </a:r>
          </a:p>
          <a:p>
            <a:pPr>
              <a:buFont typeface="Wingdings" panose="05000000000000000000" pitchFamily="2" charset="2"/>
              <a:buChar char="Ø"/>
            </a:pPr>
            <a:r>
              <a:rPr lang="en-US" sz="2000" dirty="0"/>
              <a:t>Sales, customer and invoice analysis</a:t>
            </a:r>
          </a:p>
          <a:p>
            <a:pPr>
              <a:buFont typeface="Wingdings" panose="05000000000000000000" pitchFamily="2" charset="2"/>
              <a:buChar char="Ø"/>
            </a:pPr>
            <a:r>
              <a:rPr lang="en-US" sz="2000" dirty="0"/>
              <a:t>Artist and genre analysis</a:t>
            </a:r>
          </a:p>
          <a:p>
            <a:pPr>
              <a:buFont typeface="Wingdings" panose="05000000000000000000" pitchFamily="2" charset="2"/>
              <a:buChar char="Ø"/>
            </a:pPr>
            <a:r>
              <a:rPr lang="en-US" sz="2000" dirty="0"/>
              <a:t>Country-level comparisons</a:t>
            </a:r>
          </a:p>
          <a:p>
            <a:pPr>
              <a:buFont typeface="Wingdings" panose="05000000000000000000" pitchFamily="2" charset="2"/>
              <a:buChar char="Ø"/>
            </a:pPr>
            <a:r>
              <a:rPr lang="en-US" sz="2000" dirty="0"/>
              <a:t>Identification of high-value customers and top results</a:t>
            </a:r>
          </a:p>
          <a:p>
            <a:pPr>
              <a:buFont typeface="Wingdings" panose="05000000000000000000" pitchFamily="2" charset="2"/>
              <a:buChar char="Ø"/>
            </a:pPr>
            <a:r>
              <a:rPr lang="en-US" sz="2000" dirty="0"/>
              <a:t>Business-focused interpretation of SQL results</a:t>
            </a:r>
          </a:p>
          <a:p>
            <a:pPr marL="114300" indent="0">
              <a:buNone/>
            </a:pPr>
            <a:endParaRPr lang="en-IN" sz="2000" dirty="0"/>
          </a:p>
        </p:txBody>
      </p:sp>
    </p:spTree>
    <p:extLst>
      <p:ext uri="{BB962C8B-B14F-4D97-AF65-F5344CB8AC3E}">
        <p14:creationId xmlns:p14="http://schemas.microsoft.com/office/powerpoint/2010/main" val="1213606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4504E0-25DC-9EC1-12ED-D997EEA464BB}"/>
              </a:ext>
            </a:extLst>
          </p:cNvPr>
          <p:cNvPicPr>
            <a:picLocks noChangeAspect="1"/>
          </p:cNvPicPr>
          <p:nvPr/>
        </p:nvPicPr>
        <p:blipFill>
          <a:blip r:embed="rId2"/>
          <a:stretch>
            <a:fillRect/>
          </a:stretch>
        </p:blipFill>
        <p:spPr>
          <a:xfrm>
            <a:off x="1477397" y="2282351"/>
            <a:ext cx="3723207" cy="1209844"/>
          </a:xfrm>
          <a:prstGeom prst="rect">
            <a:avLst/>
          </a:prstGeom>
        </p:spPr>
      </p:pic>
      <p:pic>
        <p:nvPicPr>
          <p:cNvPr id="5" name="Picture 4">
            <a:extLst>
              <a:ext uri="{FF2B5EF4-FFF2-40B4-BE49-F238E27FC236}">
                <a16:creationId xmlns:a16="http://schemas.microsoft.com/office/drawing/2014/main" id="{6E60A0AD-6A76-6891-A8BA-E4816A19184E}"/>
              </a:ext>
            </a:extLst>
          </p:cNvPr>
          <p:cNvPicPr>
            <a:picLocks noChangeAspect="1"/>
          </p:cNvPicPr>
          <p:nvPr/>
        </p:nvPicPr>
        <p:blipFill>
          <a:blip r:embed="rId3"/>
          <a:srcRect t="17817"/>
          <a:stretch>
            <a:fillRect/>
          </a:stretch>
        </p:blipFill>
        <p:spPr>
          <a:xfrm>
            <a:off x="7639665" y="2177772"/>
            <a:ext cx="3249164" cy="1424877"/>
          </a:xfrm>
          <a:prstGeom prst="rect">
            <a:avLst/>
          </a:prstGeom>
        </p:spPr>
      </p:pic>
      <p:sp>
        <p:nvSpPr>
          <p:cNvPr id="2" name="TextBox 1">
            <a:extLst>
              <a:ext uri="{FF2B5EF4-FFF2-40B4-BE49-F238E27FC236}">
                <a16:creationId xmlns:a16="http://schemas.microsoft.com/office/drawing/2014/main" id="{31F74C91-602B-0B46-39B7-330A1F578385}"/>
              </a:ext>
            </a:extLst>
          </p:cNvPr>
          <p:cNvSpPr txBox="1"/>
          <p:nvPr/>
        </p:nvSpPr>
        <p:spPr>
          <a:xfrm>
            <a:off x="195835" y="272088"/>
            <a:ext cx="2214670" cy="477054"/>
          </a:xfrm>
          <a:prstGeom prst="rect">
            <a:avLst/>
          </a:prstGeom>
          <a:noFill/>
        </p:spPr>
        <p:txBody>
          <a:bodyPr wrap="square" rtlCol="0">
            <a:spAutoFit/>
          </a:bodyPr>
          <a:lstStyle/>
          <a:p>
            <a:r>
              <a:rPr lang="en-IN" sz="2500" b="1" dirty="0">
                <a:latin typeface="Calibri" panose="020F0502020204030204" pitchFamily="34" charset="0"/>
                <a:ea typeface="Calibri" panose="020F0502020204030204" pitchFamily="34" charset="0"/>
                <a:cs typeface="Calibri" panose="020F0502020204030204" pitchFamily="34" charset="0"/>
              </a:rPr>
              <a:t>KEY ANALYSIS:</a:t>
            </a:r>
          </a:p>
        </p:txBody>
      </p:sp>
      <p:sp>
        <p:nvSpPr>
          <p:cNvPr id="4" name="TextBox 3">
            <a:extLst>
              <a:ext uri="{FF2B5EF4-FFF2-40B4-BE49-F238E27FC236}">
                <a16:creationId xmlns:a16="http://schemas.microsoft.com/office/drawing/2014/main" id="{CEDB8792-A945-B7AA-3231-CC8BAFA552A9}"/>
              </a:ext>
            </a:extLst>
          </p:cNvPr>
          <p:cNvSpPr txBox="1"/>
          <p:nvPr/>
        </p:nvSpPr>
        <p:spPr>
          <a:xfrm>
            <a:off x="290251" y="1038192"/>
            <a:ext cx="7731604" cy="677108"/>
          </a:xfrm>
          <a:prstGeom prst="rect">
            <a:avLst/>
          </a:prstGeom>
          <a:noFill/>
        </p:spPr>
        <p:txBody>
          <a:bodyPr wrap="none" rtlCol="0">
            <a:spAutoFit/>
          </a:bodyPr>
          <a:lstStyle/>
          <a:p>
            <a:r>
              <a:rPr lang="en-US" sz="2400" b="1" dirty="0"/>
              <a:t>Q</a:t>
            </a:r>
            <a:r>
              <a:rPr lang="en-US" sz="2400" dirty="0"/>
              <a:t>. Who is the senior most employee based on job title?</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8B1B7E9-153D-7FBE-6C41-88C9CD8EC5A2}"/>
              </a:ext>
            </a:extLst>
          </p:cNvPr>
          <p:cNvSpPr txBox="1"/>
          <p:nvPr/>
        </p:nvSpPr>
        <p:spPr>
          <a:xfrm>
            <a:off x="377618" y="3970727"/>
            <a:ext cx="198163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dirty="0"/>
              <a:t>:</a:t>
            </a:r>
          </a:p>
        </p:txBody>
      </p:sp>
      <p:sp>
        <p:nvSpPr>
          <p:cNvPr id="8" name="TextBox 7">
            <a:extLst>
              <a:ext uri="{FF2B5EF4-FFF2-40B4-BE49-F238E27FC236}">
                <a16:creationId xmlns:a16="http://schemas.microsoft.com/office/drawing/2014/main" id="{96D0AC94-F234-A11F-E885-CD80D81945F5}"/>
              </a:ext>
            </a:extLst>
          </p:cNvPr>
          <p:cNvSpPr txBox="1"/>
          <p:nvPr/>
        </p:nvSpPr>
        <p:spPr>
          <a:xfrm>
            <a:off x="377618" y="4680228"/>
            <a:ext cx="10511211" cy="1200329"/>
          </a:xfrm>
          <a:prstGeom prst="rect">
            <a:avLst/>
          </a:prstGeom>
          <a:noFill/>
        </p:spPr>
        <p:txBody>
          <a:bodyPr wrap="none" rtlCol="0">
            <a:spAutoFit/>
          </a:bodyPr>
          <a:lstStyle/>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the employee with the highest seniority based on the employee level.</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helps understand the organizational hierarchy within the company.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0F3934B-3B27-E73A-4DEA-EF1A9E634FDF}"/>
              </a:ext>
            </a:extLst>
          </p:cNvPr>
          <p:cNvSpPr txBox="1"/>
          <p:nvPr/>
        </p:nvSpPr>
        <p:spPr>
          <a:xfrm>
            <a:off x="650477" y="1735714"/>
            <a:ext cx="1183337" cy="400110"/>
          </a:xfrm>
          <a:prstGeom prst="rect">
            <a:avLst/>
          </a:prstGeom>
          <a:noFill/>
        </p:spPr>
        <p:txBody>
          <a:bodyPr wrap="none" rtlCol="0">
            <a:spAutoFit/>
          </a:bodyPr>
          <a:lstStyle/>
          <a:p>
            <a:r>
              <a:rPr lang="en-IN" sz="2000" b="1" dirty="0"/>
              <a:t>QUERY:</a:t>
            </a:r>
            <a:endParaRPr lang="en-IN" dirty="0"/>
          </a:p>
        </p:txBody>
      </p:sp>
      <p:sp>
        <p:nvSpPr>
          <p:cNvPr id="11" name="TextBox 10">
            <a:extLst>
              <a:ext uri="{FF2B5EF4-FFF2-40B4-BE49-F238E27FC236}">
                <a16:creationId xmlns:a16="http://schemas.microsoft.com/office/drawing/2014/main" id="{C135D633-74B2-B161-EB90-F7FA4C13D229}"/>
              </a:ext>
            </a:extLst>
          </p:cNvPr>
          <p:cNvSpPr txBox="1"/>
          <p:nvPr/>
        </p:nvSpPr>
        <p:spPr>
          <a:xfrm>
            <a:off x="6731117" y="1715300"/>
            <a:ext cx="1326004" cy="400110"/>
          </a:xfrm>
          <a:prstGeom prst="rect">
            <a:avLst/>
          </a:prstGeom>
          <a:noFill/>
        </p:spPr>
        <p:txBody>
          <a:bodyPr wrap="none" rtlCol="0">
            <a:spAutoFit/>
          </a:bodyPr>
          <a:lstStyle/>
          <a:p>
            <a:r>
              <a:rPr lang="en-IN" sz="2000" b="1" dirty="0"/>
              <a:t>OUTPUT:</a:t>
            </a:r>
            <a:endParaRPr lang="en-IN" dirty="0"/>
          </a:p>
        </p:txBody>
      </p:sp>
    </p:spTree>
    <p:extLst>
      <p:ext uri="{BB962C8B-B14F-4D97-AF65-F5344CB8AC3E}">
        <p14:creationId xmlns:p14="http://schemas.microsoft.com/office/powerpoint/2010/main" val="2327667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762409-B9E3-3A02-6F0D-F56B0BD11FF8}"/>
              </a:ext>
            </a:extLst>
          </p:cNvPr>
          <p:cNvSpPr txBox="1"/>
          <p:nvPr/>
        </p:nvSpPr>
        <p:spPr>
          <a:xfrm>
            <a:off x="294969" y="517699"/>
            <a:ext cx="6538450" cy="461665"/>
          </a:xfrm>
          <a:prstGeom prst="rect">
            <a:avLst/>
          </a:prstGeom>
          <a:noFill/>
        </p:spPr>
        <p:txBody>
          <a:bodyPr wrap="squar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Which countries have the most Invoices? </a:t>
            </a:r>
          </a:p>
        </p:txBody>
      </p:sp>
      <p:pic>
        <p:nvPicPr>
          <p:cNvPr id="6" name="Picture 5">
            <a:extLst>
              <a:ext uri="{FF2B5EF4-FFF2-40B4-BE49-F238E27FC236}">
                <a16:creationId xmlns:a16="http://schemas.microsoft.com/office/drawing/2014/main" id="{DE173334-19D7-0BFD-C6B3-7E335E203AB0}"/>
              </a:ext>
            </a:extLst>
          </p:cNvPr>
          <p:cNvPicPr>
            <a:picLocks noChangeAspect="1"/>
          </p:cNvPicPr>
          <p:nvPr/>
        </p:nvPicPr>
        <p:blipFill>
          <a:blip r:embed="rId2"/>
          <a:stretch>
            <a:fillRect/>
          </a:stretch>
        </p:blipFill>
        <p:spPr>
          <a:xfrm>
            <a:off x="1496980" y="1814400"/>
            <a:ext cx="4134427" cy="1105054"/>
          </a:xfrm>
          <a:prstGeom prst="rect">
            <a:avLst/>
          </a:prstGeom>
        </p:spPr>
      </p:pic>
      <p:pic>
        <p:nvPicPr>
          <p:cNvPr id="8" name="Picture 7">
            <a:extLst>
              <a:ext uri="{FF2B5EF4-FFF2-40B4-BE49-F238E27FC236}">
                <a16:creationId xmlns:a16="http://schemas.microsoft.com/office/drawing/2014/main" id="{5619610D-8BB5-E4CF-5AA3-25545407DD39}"/>
              </a:ext>
            </a:extLst>
          </p:cNvPr>
          <p:cNvPicPr>
            <a:picLocks noChangeAspect="1"/>
          </p:cNvPicPr>
          <p:nvPr/>
        </p:nvPicPr>
        <p:blipFill>
          <a:blip r:embed="rId3"/>
          <a:stretch>
            <a:fillRect/>
          </a:stretch>
        </p:blipFill>
        <p:spPr>
          <a:xfrm>
            <a:off x="7059561" y="1786227"/>
            <a:ext cx="2372056" cy="1362265"/>
          </a:xfrm>
          <a:prstGeom prst="rect">
            <a:avLst/>
          </a:prstGeom>
        </p:spPr>
      </p:pic>
      <p:sp>
        <p:nvSpPr>
          <p:cNvPr id="7" name="TextBox 6">
            <a:extLst>
              <a:ext uri="{FF2B5EF4-FFF2-40B4-BE49-F238E27FC236}">
                <a16:creationId xmlns:a16="http://schemas.microsoft.com/office/drawing/2014/main" id="{D1195793-9863-FCF8-1865-0091E6DF7D8F}"/>
              </a:ext>
            </a:extLst>
          </p:cNvPr>
          <p:cNvSpPr txBox="1"/>
          <p:nvPr/>
        </p:nvSpPr>
        <p:spPr>
          <a:xfrm>
            <a:off x="580104" y="3735887"/>
            <a:ext cx="239907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9" name="TextBox 8">
            <a:extLst>
              <a:ext uri="{FF2B5EF4-FFF2-40B4-BE49-F238E27FC236}">
                <a16:creationId xmlns:a16="http://schemas.microsoft.com/office/drawing/2014/main" id="{87AAD432-F44B-DE26-D5A6-C81EA7520E2D}"/>
              </a:ext>
            </a:extLst>
          </p:cNvPr>
          <p:cNvSpPr txBox="1"/>
          <p:nvPr/>
        </p:nvSpPr>
        <p:spPr>
          <a:xfrm>
            <a:off x="717754" y="4434349"/>
            <a:ext cx="9656811"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invoice activity across different billing countries.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results show USA as the country with the highest number of invoices.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C34F2FF-F727-8DC2-2325-0F03CCED4C3C}"/>
              </a:ext>
            </a:extLst>
          </p:cNvPr>
          <p:cNvSpPr txBox="1"/>
          <p:nvPr/>
        </p:nvSpPr>
        <p:spPr>
          <a:xfrm>
            <a:off x="570272" y="1284790"/>
            <a:ext cx="1183337" cy="400110"/>
          </a:xfrm>
          <a:prstGeom prst="rect">
            <a:avLst/>
          </a:prstGeom>
          <a:noFill/>
        </p:spPr>
        <p:txBody>
          <a:bodyPr wrap="none" rtlCol="0">
            <a:spAutoFit/>
          </a:bodyPr>
          <a:lstStyle/>
          <a:p>
            <a:r>
              <a:rPr lang="en-IN" sz="2000" b="1" dirty="0"/>
              <a:t>QUERY:</a:t>
            </a:r>
            <a:endParaRPr lang="en-IN" dirty="0"/>
          </a:p>
        </p:txBody>
      </p:sp>
      <p:sp>
        <p:nvSpPr>
          <p:cNvPr id="13" name="TextBox 12">
            <a:extLst>
              <a:ext uri="{FF2B5EF4-FFF2-40B4-BE49-F238E27FC236}">
                <a16:creationId xmlns:a16="http://schemas.microsoft.com/office/drawing/2014/main" id="{2A8EA2F3-524C-BFFD-0FA8-8EABDA775474}"/>
              </a:ext>
            </a:extLst>
          </p:cNvPr>
          <p:cNvSpPr txBox="1"/>
          <p:nvPr/>
        </p:nvSpPr>
        <p:spPr>
          <a:xfrm>
            <a:off x="6396559" y="1249583"/>
            <a:ext cx="1326004" cy="400110"/>
          </a:xfrm>
          <a:prstGeom prst="rect">
            <a:avLst/>
          </a:prstGeom>
          <a:noFill/>
        </p:spPr>
        <p:txBody>
          <a:bodyPr wrap="none" rtlCol="0">
            <a:spAutoFit/>
          </a:bodyPr>
          <a:lstStyle/>
          <a:p>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lang="en-IN" dirty="0"/>
          </a:p>
        </p:txBody>
      </p:sp>
    </p:spTree>
    <p:extLst>
      <p:ext uri="{BB962C8B-B14F-4D97-AF65-F5344CB8AC3E}">
        <p14:creationId xmlns:p14="http://schemas.microsoft.com/office/powerpoint/2010/main" val="2100476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85DC24-B56F-2B22-3A79-B3147A5F1337}"/>
              </a:ext>
            </a:extLst>
          </p:cNvPr>
          <p:cNvSpPr txBox="1"/>
          <p:nvPr/>
        </p:nvSpPr>
        <p:spPr>
          <a:xfrm>
            <a:off x="339397" y="500030"/>
            <a:ext cx="5974713" cy="461665"/>
          </a:xfrm>
          <a:prstGeom prst="rect">
            <a:avLst/>
          </a:prstGeom>
          <a:noFill/>
        </p:spPr>
        <p:txBody>
          <a:bodyPr wrap="non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What are the top 3 values of total invoice? </a:t>
            </a:r>
          </a:p>
        </p:txBody>
      </p:sp>
      <p:pic>
        <p:nvPicPr>
          <p:cNvPr id="8" name="Picture 7">
            <a:extLst>
              <a:ext uri="{FF2B5EF4-FFF2-40B4-BE49-F238E27FC236}">
                <a16:creationId xmlns:a16="http://schemas.microsoft.com/office/drawing/2014/main" id="{EA2E72A9-FB56-F557-BAEF-7C95BCEB734E}"/>
              </a:ext>
            </a:extLst>
          </p:cNvPr>
          <p:cNvPicPr>
            <a:picLocks noChangeAspect="1"/>
          </p:cNvPicPr>
          <p:nvPr/>
        </p:nvPicPr>
        <p:blipFill>
          <a:blip r:embed="rId2"/>
          <a:stretch>
            <a:fillRect/>
          </a:stretch>
        </p:blipFill>
        <p:spPr>
          <a:xfrm>
            <a:off x="1583488" y="1771253"/>
            <a:ext cx="2391109" cy="1219370"/>
          </a:xfrm>
          <a:prstGeom prst="rect">
            <a:avLst/>
          </a:prstGeom>
        </p:spPr>
      </p:pic>
      <p:pic>
        <p:nvPicPr>
          <p:cNvPr id="10" name="Picture 9">
            <a:extLst>
              <a:ext uri="{FF2B5EF4-FFF2-40B4-BE49-F238E27FC236}">
                <a16:creationId xmlns:a16="http://schemas.microsoft.com/office/drawing/2014/main" id="{51E6AA35-55FE-A97F-26AA-1B1CE471339F}"/>
              </a:ext>
            </a:extLst>
          </p:cNvPr>
          <p:cNvPicPr>
            <a:picLocks noChangeAspect="1"/>
          </p:cNvPicPr>
          <p:nvPr/>
        </p:nvPicPr>
        <p:blipFill>
          <a:blip r:embed="rId3"/>
          <a:stretch>
            <a:fillRect/>
          </a:stretch>
        </p:blipFill>
        <p:spPr>
          <a:xfrm>
            <a:off x="7736546" y="1819050"/>
            <a:ext cx="2200582" cy="1609950"/>
          </a:xfrm>
          <a:prstGeom prst="rect">
            <a:avLst/>
          </a:prstGeom>
        </p:spPr>
      </p:pic>
      <p:sp>
        <p:nvSpPr>
          <p:cNvPr id="3" name="TextBox 2">
            <a:extLst>
              <a:ext uri="{FF2B5EF4-FFF2-40B4-BE49-F238E27FC236}">
                <a16:creationId xmlns:a16="http://schemas.microsoft.com/office/drawing/2014/main" id="{49F62905-858C-535A-6326-EEEFF607BC09}"/>
              </a:ext>
            </a:extLst>
          </p:cNvPr>
          <p:cNvSpPr txBox="1"/>
          <p:nvPr/>
        </p:nvSpPr>
        <p:spPr>
          <a:xfrm>
            <a:off x="607233" y="3698300"/>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4" name="TextBox 3">
            <a:extLst>
              <a:ext uri="{FF2B5EF4-FFF2-40B4-BE49-F238E27FC236}">
                <a16:creationId xmlns:a16="http://schemas.microsoft.com/office/drawing/2014/main" id="{A6A9D7FD-106D-9EFD-DD3F-CB52E55A461A}"/>
              </a:ext>
            </a:extLst>
          </p:cNvPr>
          <p:cNvSpPr txBox="1"/>
          <p:nvPr/>
        </p:nvSpPr>
        <p:spPr>
          <a:xfrm>
            <a:off x="617065" y="4388409"/>
            <a:ext cx="10073592"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the three invoices with the highest transaction values.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highlights the largest individual purchases recorded in the store.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4C1357A-46AB-948C-2258-FBEEFB78F0D6}"/>
              </a:ext>
            </a:extLst>
          </p:cNvPr>
          <p:cNvSpPr txBox="1"/>
          <p:nvPr/>
        </p:nvSpPr>
        <p:spPr>
          <a:xfrm>
            <a:off x="607233" y="1269262"/>
            <a:ext cx="1183337" cy="400110"/>
          </a:xfrm>
          <a:prstGeom prst="rect">
            <a:avLst/>
          </a:prstGeom>
          <a:noFill/>
        </p:spPr>
        <p:txBody>
          <a:bodyPr wrap="none" rtlCol="0">
            <a:spAutoFit/>
          </a:bodyPr>
          <a:lstStyle/>
          <a:p>
            <a:r>
              <a:rPr lang="en-IN" sz="2000" b="1" dirty="0"/>
              <a:t>QUERY:</a:t>
            </a:r>
            <a:endParaRPr lang="en-IN" dirty="0"/>
          </a:p>
        </p:txBody>
      </p:sp>
      <p:sp>
        <p:nvSpPr>
          <p:cNvPr id="9" name="TextBox 8">
            <a:extLst>
              <a:ext uri="{FF2B5EF4-FFF2-40B4-BE49-F238E27FC236}">
                <a16:creationId xmlns:a16="http://schemas.microsoft.com/office/drawing/2014/main" id="{E0E49D57-E047-A897-B817-C0220CC7152D}"/>
              </a:ext>
            </a:extLst>
          </p:cNvPr>
          <p:cNvSpPr txBox="1"/>
          <p:nvPr/>
        </p:nvSpPr>
        <p:spPr>
          <a:xfrm>
            <a:off x="6891401" y="1269263"/>
            <a:ext cx="1407025"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170583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D07643-C59C-AACF-26C7-2EC1A43CC342}"/>
              </a:ext>
            </a:extLst>
          </p:cNvPr>
          <p:cNvSpPr txBox="1"/>
          <p:nvPr/>
        </p:nvSpPr>
        <p:spPr>
          <a:xfrm>
            <a:off x="334297" y="357692"/>
            <a:ext cx="11400503" cy="1200329"/>
          </a:xfrm>
          <a:prstGeom prst="rect">
            <a:avLst/>
          </a:prstGeom>
          <a:noFill/>
        </p:spPr>
        <p:txBody>
          <a:bodyPr wrap="square" rtlCol="0">
            <a:spAutoFit/>
          </a:bodyPr>
          <a:lstStyle/>
          <a:p>
            <a:pPr algn="just"/>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Which city has the best customers? - We would like to throw a promotional Music Festival in the city we made the most money. Write a query that returns one city that has the highest sum of invoice totals. Return both the city name &amp; sum of all invoice totals</a:t>
            </a:r>
          </a:p>
        </p:txBody>
      </p:sp>
      <p:pic>
        <p:nvPicPr>
          <p:cNvPr id="4" name="Picture 3">
            <a:extLst>
              <a:ext uri="{FF2B5EF4-FFF2-40B4-BE49-F238E27FC236}">
                <a16:creationId xmlns:a16="http://schemas.microsoft.com/office/drawing/2014/main" id="{291EC967-007E-9798-9264-3D4AB3847ECD}"/>
              </a:ext>
            </a:extLst>
          </p:cNvPr>
          <p:cNvPicPr>
            <a:picLocks noChangeAspect="1"/>
          </p:cNvPicPr>
          <p:nvPr/>
        </p:nvPicPr>
        <p:blipFill>
          <a:blip r:embed="rId2"/>
          <a:stretch>
            <a:fillRect/>
          </a:stretch>
        </p:blipFill>
        <p:spPr>
          <a:xfrm>
            <a:off x="1507615" y="2072387"/>
            <a:ext cx="3772426" cy="1467055"/>
          </a:xfrm>
          <a:prstGeom prst="rect">
            <a:avLst/>
          </a:prstGeom>
        </p:spPr>
      </p:pic>
      <p:pic>
        <p:nvPicPr>
          <p:cNvPr id="6" name="Picture 5">
            <a:extLst>
              <a:ext uri="{FF2B5EF4-FFF2-40B4-BE49-F238E27FC236}">
                <a16:creationId xmlns:a16="http://schemas.microsoft.com/office/drawing/2014/main" id="{B5BA60BD-A35C-FCB0-D17A-65B7C2DE641E}"/>
              </a:ext>
            </a:extLst>
          </p:cNvPr>
          <p:cNvPicPr>
            <a:picLocks noChangeAspect="1"/>
          </p:cNvPicPr>
          <p:nvPr/>
        </p:nvPicPr>
        <p:blipFill>
          <a:blip r:embed="rId3"/>
          <a:stretch>
            <a:fillRect/>
          </a:stretch>
        </p:blipFill>
        <p:spPr>
          <a:xfrm>
            <a:off x="7403709" y="2283687"/>
            <a:ext cx="2600688" cy="1381318"/>
          </a:xfrm>
          <a:prstGeom prst="rect">
            <a:avLst/>
          </a:prstGeom>
        </p:spPr>
      </p:pic>
      <p:sp>
        <p:nvSpPr>
          <p:cNvPr id="5" name="TextBox 4">
            <a:extLst>
              <a:ext uri="{FF2B5EF4-FFF2-40B4-BE49-F238E27FC236}">
                <a16:creationId xmlns:a16="http://schemas.microsoft.com/office/drawing/2014/main" id="{F0565DA1-6F49-7A60-3B10-5E14BF6A342C}"/>
              </a:ext>
            </a:extLst>
          </p:cNvPr>
          <p:cNvSpPr txBox="1"/>
          <p:nvPr/>
        </p:nvSpPr>
        <p:spPr>
          <a:xfrm>
            <a:off x="687983" y="3841157"/>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D336920E-F0D5-EBD8-97E5-D62284509464}"/>
              </a:ext>
            </a:extLst>
          </p:cNvPr>
          <p:cNvSpPr txBox="1"/>
          <p:nvPr/>
        </p:nvSpPr>
        <p:spPr>
          <a:xfrm>
            <a:off x="776749" y="4542859"/>
            <a:ext cx="8326318"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Compares total sales generated by different billing cities.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Prague records the highest total sales of 273.24 in the analysis.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9DFE170-0AF5-02E0-9A89-4E34493AD297}"/>
              </a:ext>
            </a:extLst>
          </p:cNvPr>
          <p:cNvSpPr txBox="1"/>
          <p:nvPr/>
        </p:nvSpPr>
        <p:spPr>
          <a:xfrm>
            <a:off x="516937" y="1602170"/>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A07574C5-EB96-DAB7-4113-DCAB8E5A602B}"/>
              </a:ext>
            </a:extLst>
          </p:cNvPr>
          <p:cNvSpPr txBox="1"/>
          <p:nvPr/>
        </p:nvSpPr>
        <p:spPr>
          <a:xfrm>
            <a:off x="6322142" y="1668134"/>
            <a:ext cx="1366684"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1968446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6B9333-1B51-B1EA-DA9E-C113390F34B7}"/>
              </a:ext>
            </a:extLst>
          </p:cNvPr>
          <p:cNvSpPr txBox="1"/>
          <p:nvPr/>
        </p:nvSpPr>
        <p:spPr>
          <a:xfrm>
            <a:off x="530942" y="474795"/>
            <a:ext cx="10756835" cy="1200329"/>
          </a:xfrm>
          <a:prstGeom prst="rect">
            <a:avLst/>
          </a:prstGeom>
          <a:noFill/>
        </p:spPr>
        <p:txBody>
          <a:bodyPr wrap="square" rtlCol="0">
            <a:spAutoFit/>
          </a:bodyPr>
          <a:lstStyle/>
          <a:p>
            <a:pPr algn="just"/>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Who is the best customer? - The customer who has spent the most money will be declared the best customer. Write a query that returns the person who has spent the most money</a:t>
            </a:r>
          </a:p>
        </p:txBody>
      </p:sp>
      <p:pic>
        <p:nvPicPr>
          <p:cNvPr id="4" name="Picture 3">
            <a:extLst>
              <a:ext uri="{FF2B5EF4-FFF2-40B4-BE49-F238E27FC236}">
                <a16:creationId xmlns:a16="http://schemas.microsoft.com/office/drawing/2014/main" id="{28922523-A35A-E501-6C2B-6A0E15E7F257}"/>
              </a:ext>
            </a:extLst>
          </p:cNvPr>
          <p:cNvPicPr>
            <a:picLocks noChangeAspect="1"/>
          </p:cNvPicPr>
          <p:nvPr/>
        </p:nvPicPr>
        <p:blipFill>
          <a:blip r:embed="rId2"/>
          <a:stretch>
            <a:fillRect/>
          </a:stretch>
        </p:blipFill>
        <p:spPr>
          <a:xfrm>
            <a:off x="1602108" y="2132039"/>
            <a:ext cx="4189092" cy="1838582"/>
          </a:xfrm>
          <a:prstGeom prst="rect">
            <a:avLst/>
          </a:prstGeom>
        </p:spPr>
      </p:pic>
      <p:pic>
        <p:nvPicPr>
          <p:cNvPr id="6" name="Picture 5">
            <a:extLst>
              <a:ext uri="{FF2B5EF4-FFF2-40B4-BE49-F238E27FC236}">
                <a16:creationId xmlns:a16="http://schemas.microsoft.com/office/drawing/2014/main" id="{F8155E7A-03B0-2C3D-D53C-77103B1952C3}"/>
              </a:ext>
            </a:extLst>
          </p:cNvPr>
          <p:cNvPicPr>
            <a:picLocks noChangeAspect="1"/>
          </p:cNvPicPr>
          <p:nvPr/>
        </p:nvPicPr>
        <p:blipFill>
          <a:blip r:embed="rId3"/>
          <a:stretch>
            <a:fillRect/>
          </a:stretch>
        </p:blipFill>
        <p:spPr>
          <a:xfrm>
            <a:off x="7339106" y="2377941"/>
            <a:ext cx="3697274" cy="933580"/>
          </a:xfrm>
          <a:prstGeom prst="rect">
            <a:avLst/>
          </a:prstGeom>
        </p:spPr>
      </p:pic>
      <p:sp>
        <p:nvSpPr>
          <p:cNvPr id="5" name="TextBox 4">
            <a:extLst>
              <a:ext uri="{FF2B5EF4-FFF2-40B4-BE49-F238E27FC236}">
                <a16:creationId xmlns:a16="http://schemas.microsoft.com/office/drawing/2014/main" id="{13878CBE-5AB7-A7F0-767E-3DFDC9B23790}"/>
              </a:ext>
            </a:extLst>
          </p:cNvPr>
          <p:cNvSpPr txBox="1"/>
          <p:nvPr/>
        </p:nvSpPr>
        <p:spPr>
          <a:xfrm>
            <a:off x="717755" y="4014339"/>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6083E312-EFB9-5125-99D7-264E32DC31B7}"/>
              </a:ext>
            </a:extLst>
          </p:cNvPr>
          <p:cNvSpPr txBox="1"/>
          <p:nvPr/>
        </p:nvSpPr>
        <p:spPr>
          <a:xfrm>
            <a:off x="894735" y="4659241"/>
            <a:ext cx="9509334"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customer spending to identify the highest-value customer.</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František </a:t>
            </a:r>
            <a:r>
              <a:rPr lang="en-US" sz="2400" dirty="0" err="1">
                <a:latin typeface="Calibri" panose="020F0502020204030204" pitchFamily="34" charset="0"/>
                <a:ea typeface="Calibri" panose="020F0502020204030204" pitchFamily="34" charset="0"/>
                <a:cs typeface="Calibri" panose="020F0502020204030204" pitchFamily="34" charset="0"/>
              </a:rPr>
              <a:t>Wichterlová</a:t>
            </a:r>
            <a:r>
              <a:rPr lang="en-US" sz="2400" dirty="0">
                <a:latin typeface="Calibri" panose="020F0502020204030204" pitchFamily="34" charset="0"/>
                <a:ea typeface="Calibri" panose="020F0502020204030204" pitchFamily="34" charset="0"/>
                <a:cs typeface="Calibri" panose="020F0502020204030204" pitchFamily="34" charset="0"/>
              </a:rPr>
              <a:t> is the top customer with total spending of 144.54.</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9873F06-8F8F-3E5F-A907-FB8C0545CEB1}"/>
              </a:ext>
            </a:extLst>
          </p:cNvPr>
          <p:cNvSpPr txBox="1"/>
          <p:nvPr/>
        </p:nvSpPr>
        <p:spPr>
          <a:xfrm>
            <a:off x="717755" y="1688212"/>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8DC803B2-F8DC-38EF-BD10-5109B24CF240}"/>
              </a:ext>
            </a:extLst>
          </p:cNvPr>
          <p:cNvSpPr txBox="1"/>
          <p:nvPr/>
        </p:nvSpPr>
        <p:spPr>
          <a:xfrm>
            <a:off x="6676104" y="1703526"/>
            <a:ext cx="13260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62708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18A702-170D-3A35-57FD-6A064B6C24D0}"/>
              </a:ext>
            </a:extLst>
          </p:cNvPr>
          <p:cNvSpPr txBox="1"/>
          <p:nvPr/>
        </p:nvSpPr>
        <p:spPr>
          <a:xfrm>
            <a:off x="452284" y="414900"/>
            <a:ext cx="10936503" cy="830997"/>
          </a:xfrm>
          <a:prstGeom prst="rect">
            <a:avLst/>
          </a:prstGeom>
          <a:noFill/>
        </p:spPr>
        <p:txBody>
          <a:bodyPr wrap="square" rtlCol="0">
            <a:spAutoFit/>
          </a:bodyPr>
          <a:lstStyle/>
          <a:p>
            <a:pPr algn="just"/>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Write a query to return the email, first name, last name, &amp; Genre of all Rock Music listeners. Return your list ordered alphabetically by email starting with A </a:t>
            </a:r>
          </a:p>
        </p:txBody>
      </p:sp>
      <p:pic>
        <p:nvPicPr>
          <p:cNvPr id="4" name="Picture 3">
            <a:extLst>
              <a:ext uri="{FF2B5EF4-FFF2-40B4-BE49-F238E27FC236}">
                <a16:creationId xmlns:a16="http://schemas.microsoft.com/office/drawing/2014/main" id="{3313397D-43FB-07AC-A446-A8ADC50F5018}"/>
              </a:ext>
            </a:extLst>
          </p:cNvPr>
          <p:cNvPicPr>
            <a:picLocks noChangeAspect="1"/>
          </p:cNvPicPr>
          <p:nvPr/>
        </p:nvPicPr>
        <p:blipFill>
          <a:blip r:embed="rId2"/>
          <a:stretch>
            <a:fillRect/>
          </a:stretch>
        </p:blipFill>
        <p:spPr>
          <a:xfrm>
            <a:off x="1422647" y="1763033"/>
            <a:ext cx="4181741" cy="2552541"/>
          </a:xfrm>
          <a:prstGeom prst="rect">
            <a:avLst/>
          </a:prstGeom>
        </p:spPr>
      </p:pic>
      <p:pic>
        <p:nvPicPr>
          <p:cNvPr id="6" name="Picture 5">
            <a:extLst>
              <a:ext uri="{FF2B5EF4-FFF2-40B4-BE49-F238E27FC236}">
                <a16:creationId xmlns:a16="http://schemas.microsoft.com/office/drawing/2014/main" id="{ED818D50-461C-2730-7071-EE5F262B3826}"/>
              </a:ext>
            </a:extLst>
          </p:cNvPr>
          <p:cNvPicPr>
            <a:picLocks noChangeAspect="1"/>
          </p:cNvPicPr>
          <p:nvPr/>
        </p:nvPicPr>
        <p:blipFill>
          <a:blip r:embed="rId3"/>
          <a:srcRect b="42762"/>
          <a:stretch>
            <a:fillRect/>
          </a:stretch>
        </p:blipFill>
        <p:spPr>
          <a:xfrm>
            <a:off x="6508956" y="1915491"/>
            <a:ext cx="3926103" cy="1652175"/>
          </a:xfrm>
          <a:prstGeom prst="rect">
            <a:avLst/>
          </a:prstGeom>
        </p:spPr>
      </p:pic>
      <p:sp>
        <p:nvSpPr>
          <p:cNvPr id="5" name="TextBox 4">
            <a:extLst>
              <a:ext uri="{FF2B5EF4-FFF2-40B4-BE49-F238E27FC236}">
                <a16:creationId xmlns:a16="http://schemas.microsoft.com/office/drawing/2014/main" id="{EADB444A-AB4C-3BEB-B74C-015C662840AF}"/>
              </a:ext>
            </a:extLst>
          </p:cNvPr>
          <p:cNvSpPr txBox="1"/>
          <p:nvPr/>
        </p:nvSpPr>
        <p:spPr>
          <a:xfrm>
            <a:off x="707648" y="4370664"/>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636B16BE-BC92-7D4C-7C2A-1D79B4BD8362}"/>
              </a:ext>
            </a:extLst>
          </p:cNvPr>
          <p:cNvSpPr txBox="1"/>
          <p:nvPr/>
        </p:nvSpPr>
        <p:spPr>
          <a:xfrm>
            <a:off x="762582" y="4942509"/>
            <a:ext cx="9825126"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customers who purchased tracks belonging to the Rock genre.</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helps understand the customer base interested in Rock music.</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25C5D75C-F923-D57A-C748-47E164DCA8A1}"/>
              </a:ext>
            </a:extLst>
          </p:cNvPr>
          <p:cNvSpPr txBox="1"/>
          <p:nvPr/>
        </p:nvSpPr>
        <p:spPr>
          <a:xfrm>
            <a:off x="536440" y="1356077"/>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F7CCA711-EF48-F7ED-6982-A790CB6D588B}"/>
              </a:ext>
            </a:extLst>
          </p:cNvPr>
          <p:cNvSpPr txBox="1"/>
          <p:nvPr/>
        </p:nvSpPr>
        <p:spPr>
          <a:xfrm>
            <a:off x="6140646" y="1433841"/>
            <a:ext cx="1326004" cy="6155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359579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37CD8-36DC-E449-BD71-FE8DC6CF3995}"/>
              </a:ext>
            </a:extLst>
          </p:cNvPr>
          <p:cNvSpPr txBox="1"/>
          <p:nvPr/>
        </p:nvSpPr>
        <p:spPr>
          <a:xfrm>
            <a:off x="285135" y="358072"/>
            <a:ext cx="10937929" cy="830997"/>
          </a:xfrm>
          <a:prstGeom prst="rect">
            <a:avLst/>
          </a:prstGeom>
          <a:noFill/>
        </p:spPr>
        <p:txBody>
          <a:bodyPr wrap="square" rtlCol="0">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t>Q</a:t>
            </a:r>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Let's invite the artists who have written the most rock music in our dataset. Write a query that returns the Artist name and total track count of the top 10 rock bands</a:t>
            </a:r>
          </a:p>
        </p:txBody>
      </p:sp>
      <p:pic>
        <p:nvPicPr>
          <p:cNvPr id="4" name="Picture 3">
            <a:extLst>
              <a:ext uri="{FF2B5EF4-FFF2-40B4-BE49-F238E27FC236}">
                <a16:creationId xmlns:a16="http://schemas.microsoft.com/office/drawing/2014/main" id="{73256A48-BB33-4375-E071-51FBCF820AC2}"/>
              </a:ext>
            </a:extLst>
          </p:cNvPr>
          <p:cNvPicPr>
            <a:picLocks noChangeAspect="1"/>
          </p:cNvPicPr>
          <p:nvPr/>
        </p:nvPicPr>
        <p:blipFill>
          <a:blip r:embed="rId2"/>
          <a:stretch>
            <a:fillRect/>
          </a:stretch>
        </p:blipFill>
        <p:spPr>
          <a:xfrm>
            <a:off x="1350376" y="1664727"/>
            <a:ext cx="3844230" cy="2676217"/>
          </a:xfrm>
          <a:prstGeom prst="rect">
            <a:avLst/>
          </a:prstGeom>
        </p:spPr>
      </p:pic>
      <p:pic>
        <p:nvPicPr>
          <p:cNvPr id="6" name="Picture 5">
            <a:extLst>
              <a:ext uri="{FF2B5EF4-FFF2-40B4-BE49-F238E27FC236}">
                <a16:creationId xmlns:a16="http://schemas.microsoft.com/office/drawing/2014/main" id="{A2C73B05-1D07-9A8F-48E5-96AC8B0598C7}"/>
              </a:ext>
            </a:extLst>
          </p:cNvPr>
          <p:cNvPicPr>
            <a:picLocks noChangeAspect="1"/>
          </p:cNvPicPr>
          <p:nvPr/>
        </p:nvPicPr>
        <p:blipFill>
          <a:blip r:embed="rId3"/>
          <a:stretch>
            <a:fillRect/>
          </a:stretch>
        </p:blipFill>
        <p:spPr>
          <a:xfrm>
            <a:off x="6730087" y="1858297"/>
            <a:ext cx="3991532" cy="2181529"/>
          </a:xfrm>
          <a:prstGeom prst="rect">
            <a:avLst/>
          </a:prstGeom>
        </p:spPr>
      </p:pic>
      <p:sp>
        <p:nvSpPr>
          <p:cNvPr id="5" name="TextBox 4">
            <a:extLst>
              <a:ext uri="{FF2B5EF4-FFF2-40B4-BE49-F238E27FC236}">
                <a16:creationId xmlns:a16="http://schemas.microsoft.com/office/drawing/2014/main" id="{2E804D60-FF15-E8BD-144E-82873FE21FCA}"/>
              </a:ext>
            </a:extLst>
          </p:cNvPr>
          <p:cNvSpPr txBox="1"/>
          <p:nvPr/>
        </p:nvSpPr>
        <p:spPr>
          <a:xfrm>
            <a:off x="739464" y="4439491"/>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B0C9C5E6-526E-3EB5-CE47-538A5AF49558}"/>
              </a:ext>
            </a:extLst>
          </p:cNvPr>
          <p:cNvSpPr txBox="1"/>
          <p:nvPr/>
        </p:nvSpPr>
        <p:spPr>
          <a:xfrm>
            <a:off x="865239" y="4999703"/>
            <a:ext cx="8954695"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the number of Rock tracks available for each artist.</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AC/DC has the highest number of visible Rock tracks, with 18 tracks.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B9050A3-B7A1-23B9-B7C1-A50B1D819A37}"/>
              </a:ext>
            </a:extLst>
          </p:cNvPr>
          <p:cNvSpPr txBox="1"/>
          <p:nvPr/>
        </p:nvSpPr>
        <p:spPr>
          <a:xfrm>
            <a:off x="468212" y="1287616"/>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80073ADB-8B4C-5D57-ABE9-A6F634650013}"/>
              </a:ext>
            </a:extLst>
          </p:cNvPr>
          <p:cNvSpPr txBox="1"/>
          <p:nvPr/>
        </p:nvSpPr>
        <p:spPr>
          <a:xfrm>
            <a:off x="6161954" y="1249228"/>
            <a:ext cx="134702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893554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EE8739-3E0D-1E7A-9699-9CDD6AA160CD}"/>
              </a:ext>
            </a:extLst>
          </p:cNvPr>
          <p:cNvSpPr txBox="1"/>
          <p:nvPr/>
        </p:nvSpPr>
        <p:spPr>
          <a:xfrm>
            <a:off x="560440" y="502064"/>
            <a:ext cx="10384152" cy="1200329"/>
          </a:xfrm>
          <a:prstGeom prst="rect">
            <a:avLst/>
          </a:prstGeom>
          <a:noFill/>
        </p:spPr>
        <p:txBody>
          <a:bodyPr wrap="squar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Return all the track names that have a song length longer than the average song length.-Return the Name and Milliseconds for each track. Order by the song length, with the longest songs listed first</a:t>
            </a:r>
          </a:p>
        </p:txBody>
      </p:sp>
      <p:pic>
        <p:nvPicPr>
          <p:cNvPr id="4" name="Picture 3">
            <a:extLst>
              <a:ext uri="{FF2B5EF4-FFF2-40B4-BE49-F238E27FC236}">
                <a16:creationId xmlns:a16="http://schemas.microsoft.com/office/drawing/2014/main" id="{942FFF38-0EB8-78A8-E440-BD89F89F3BA1}"/>
              </a:ext>
            </a:extLst>
          </p:cNvPr>
          <p:cNvPicPr>
            <a:picLocks noChangeAspect="1"/>
          </p:cNvPicPr>
          <p:nvPr/>
        </p:nvPicPr>
        <p:blipFill>
          <a:blip r:embed="rId2"/>
          <a:stretch>
            <a:fillRect/>
          </a:stretch>
        </p:blipFill>
        <p:spPr>
          <a:xfrm>
            <a:off x="1438087" y="2280860"/>
            <a:ext cx="3537168" cy="1819529"/>
          </a:xfrm>
          <a:prstGeom prst="rect">
            <a:avLst/>
          </a:prstGeom>
        </p:spPr>
      </p:pic>
      <p:pic>
        <p:nvPicPr>
          <p:cNvPr id="6" name="Picture 5">
            <a:extLst>
              <a:ext uri="{FF2B5EF4-FFF2-40B4-BE49-F238E27FC236}">
                <a16:creationId xmlns:a16="http://schemas.microsoft.com/office/drawing/2014/main" id="{8E9266CB-C7B1-62EB-C4D5-8BE0C0F8AD64}"/>
              </a:ext>
            </a:extLst>
          </p:cNvPr>
          <p:cNvPicPr>
            <a:picLocks noChangeAspect="1"/>
          </p:cNvPicPr>
          <p:nvPr/>
        </p:nvPicPr>
        <p:blipFill>
          <a:blip r:embed="rId3"/>
          <a:stretch>
            <a:fillRect/>
          </a:stretch>
        </p:blipFill>
        <p:spPr>
          <a:xfrm>
            <a:off x="6413601" y="2470392"/>
            <a:ext cx="4077269" cy="1362265"/>
          </a:xfrm>
          <a:prstGeom prst="rect">
            <a:avLst/>
          </a:prstGeom>
        </p:spPr>
      </p:pic>
      <p:sp>
        <p:nvSpPr>
          <p:cNvPr id="5" name="TextBox 4">
            <a:extLst>
              <a:ext uri="{FF2B5EF4-FFF2-40B4-BE49-F238E27FC236}">
                <a16:creationId xmlns:a16="http://schemas.microsoft.com/office/drawing/2014/main" id="{C83E29C9-82EA-D22D-4651-BBC483F651AD}"/>
              </a:ext>
            </a:extLst>
          </p:cNvPr>
          <p:cNvSpPr txBox="1"/>
          <p:nvPr/>
        </p:nvSpPr>
        <p:spPr>
          <a:xfrm>
            <a:off x="1026960" y="4322365"/>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506F1080-82E5-49F6-B9C7-D3E3CAAC5788}"/>
              </a:ext>
            </a:extLst>
          </p:cNvPr>
          <p:cNvSpPr txBox="1"/>
          <p:nvPr/>
        </p:nvSpPr>
        <p:spPr>
          <a:xfrm>
            <a:off x="1026960" y="5038040"/>
            <a:ext cx="9562233"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tracks whose duration is greater than the average track length.</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How Many More Times is the longest visible track in the resulting list.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55CA6A4-5952-4CAF-C886-13B95D584B73}"/>
              </a:ext>
            </a:extLst>
          </p:cNvPr>
          <p:cNvSpPr txBox="1"/>
          <p:nvPr/>
        </p:nvSpPr>
        <p:spPr>
          <a:xfrm>
            <a:off x="713583" y="1787432"/>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A8085422-F52C-02F7-34E0-C83C83C3F8E3}"/>
              </a:ext>
            </a:extLst>
          </p:cNvPr>
          <p:cNvSpPr txBox="1"/>
          <p:nvPr/>
        </p:nvSpPr>
        <p:spPr>
          <a:xfrm>
            <a:off x="5968179" y="1865361"/>
            <a:ext cx="139618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5436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E7EAF7-5576-A46A-3C45-C75E5023AA88}"/>
              </a:ext>
            </a:extLst>
          </p:cNvPr>
          <p:cNvSpPr txBox="1"/>
          <p:nvPr/>
        </p:nvSpPr>
        <p:spPr>
          <a:xfrm>
            <a:off x="545431" y="417095"/>
            <a:ext cx="10879653" cy="830997"/>
          </a:xfrm>
          <a:prstGeom prst="rect">
            <a:avLst/>
          </a:prstGeom>
          <a:noFill/>
        </p:spPr>
        <p:txBody>
          <a:bodyPr wrap="squar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Find how much amount is spent by each customer on artists? Write a query to return customer name, artist name and total spent</a:t>
            </a:r>
          </a:p>
        </p:txBody>
      </p:sp>
      <p:pic>
        <p:nvPicPr>
          <p:cNvPr id="4" name="Picture 3">
            <a:extLst>
              <a:ext uri="{FF2B5EF4-FFF2-40B4-BE49-F238E27FC236}">
                <a16:creationId xmlns:a16="http://schemas.microsoft.com/office/drawing/2014/main" id="{508F598A-E8D5-2A73-7DDF-A792EAFA90EA}"/>
              </a:ext>
            </a:extLst>
          </p:cNvPr>
          <p:cNvPicPr>
            <a:picLocks noChangeAspect="1"/>
          </p:cNvPicPr>
          <p:nvPr/>
        </p:nvPicPr>
        <p:blipFill>
          <a:blip r:embed="rId2"/>
          <a:stretch>
            <a:fillRect/>
          </a:stretch>
        </p:blipFill>
        <p:spPr>
          <a:xfrm>
            <a:off x="1302365" y="1701488"/>
            <a:ext cx="4201111" cy="2725420"/>
          </a:xfrm>
          <a:prstGeom prst="rect">
            <a:avLst/>
          </a:prstGeom>
        </p:spPr>
      </p:pic>
      <p:pic>
        <p:nvPicPr>
          <p:cNvPr id="6" name="Picture 5">
            <a:extLst>
              <a:ext uri="{FF2B5EF4-FFF2-40B4-BE49-F238E27FC236}">
                <a16:creationId xmlns:a16="http://schemas.microsoft.com/office/drawing/2014/main" id="{2ED3B8BD-847C-1301-88AB-BD2A779FE6F1}"/>
              </a:ext>
            </a:extLst>
          </p:cNvPr>
          <p:cNvPicPr>
            <a:picLocks noChangeAspect="1"/>
          </p:cNvPicPr>
          <p:nvPr/>
        </p:nvPicPr>
        <p:blipFill>
          <a:blip r:embed="rId3"/>
          <a:stretch>
            <a:fillRect/>
          </a:stretch>
        </p:blipFill>
        <p:spPr>
          <a:xfrm>
            <a:off x="6688524" y="1820169"/>
            <a:ext cx="4201111" cy="2076740"/>
          </a:xfrm>
          <a:prstGeom prst="rect">
            <a:avLst/>
          </a:prstGeom>
        </p:spPr>
      </p:pic>
      <p:sp>
        <p:nvSpPr>
          <p:cNvPr id="5" name="TextBox 4">
            <a:extLst>
              <a:ext uri="{FF2B5EF4-FFF2-40B4-BE49-F238E27FC236}">
                <a16:creationId xmlns:a16="http://schemas.microsoft.com/office/drawing/2014/main" id="{7CE6C413-7EB6-5884-64DA-1D23D36DEA0F}"/>
              </a:ext>
            </a:extLst>
          </p:cNvPr>
          <p:cNvSpPr txBox="1"/>
          <p:nvPr/>
        </p:nvSpPr>
        <p:spPr>
          <a:xfrm>
            <a:off x="642647" y="4468987"/>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C17706DA-41F9-94C1-6A39-4694EFCCF025}"/>
              </a:ext>
            </a:extLst>
          </p:cNvPr>
          <p:cNvSpPr txBox="1"/>
          <p:nvPr/>
        </p:nvSpPr>
        <p:spPr>
          <a:xfrm>
            <a:off x="712304" y="5086688"/>
            <a:ext cx="9780241"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how much individual customers spend on different artists.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Steve Murray has the highest visible spending, with 17.82 spent on AC/DC.</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6F5FCFB-EE5D-D828-6CD9-D879589115FF}"/>
              </a:ext>
            </a:extLst>
          </p:cNvPr>
          <p:cNvSpPr txBox="1"/>
          <p:nvPr/>
        </p:nvSpPr>
        <p:spPr>
          <a:xfrm>
            <a:off x="545430" y="1301378"/>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CE327CD1-A462-BA32-C6C0-650888B67370}"/>
              </a:ext>
            </a:extLst>
          </p:cNvPr>
          <p:cNvSpPr txBox="1"/>
          <p:nvPr/>
        </p:nvSpPr>
        <p:spPr>
          <a:xfrm>
            <a:off x="5892112" y="1324653"/>
            <a:ext cx="159282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1393436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4B6AA2-0239-BFFA-167A-A0A7952413A7}"/>
              </a:ext>
            </a:extLst>
          </p:cNvPr>
          <p:cNvSpPr txBox="1"/>
          <p:nvPr/>
        </p:nvSpPr>
        <p:spPr>
          <a:xfrm>
            <a:off x="481781" y="215641"/>
            <a:ext cx="11326761" cy="1569660"/>
          </a:xfrm>
          <a:prstGeom prst="rect">
            <a:avLst/>
          </a:prstGeom>
          <a:noFill/>
        </p:spPr>
        <p:txBody>
          <a:bodyPr wrap="square" rtlCol="0">
            <a:spAutoFit/>
          </a:bodyPr>
          <a:lstStyle/>
          <a:p>
            <a:pPr algn="just"/>
            <a:r>
              <a:rPr lang="en-US" sz="2400" b="1" dirty="0"/>
              <a:t>Q</a:t>
            </a:r>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F65EB3E-86E4-A411-3417-07C9D060EE2F}"/>
              </a:ext>
            </a:extLst>
          </p:cNvPr>
          <p:cNvPicPr>
            <a:picLocks noChangeAspect="1"/>
          </p:cNvPicPr>
          <p:nvPr/>
        </p:nvPicPr>
        <p:blipFill>
          <a:blip r:embed="rId2"/>
          <a:stretch>
            <a:fillRect/>
          </a:stretch>
        </p:blipFill>
        <p:spPr>
          <a:xfrm>
            <a:off x="1805312" y="1869952"/>
            <a:ext cx="3786125" cy="2216029"/>
          </a:xfrm>
          <a:prstGeom prst="rect">
            <a:avLst/>
          </a:prstGeom>
        </p:spPr>
      </p:pic>
      <p:pic>
        <p:nvPicPr>
          <p:cNvPr id="6" name="Picture 5">
            <a:extLst>
              <a:ext uri="{FF2B5EF4-FFF2-40B4-BE49-F238E27FC236}">
                <a16:creationId xmlns:a16="http://schemas.microsoft.com/office/drawing/2014/main" id="{2C435D6F-E6BC-1DDC-CBE6-BA6C9A7C1D5C}"/>
              </a:ext>
            </a:extLst>
          </p:cNvPr>
          <p:cNvPicPr>
            <a:picLocks noChangeAspect="1"/>
          </p:cNvPicPr>
          <p:nvPr/>
        </p:nvPicPr>
        <p:blipFill>
          <a:blip r:embed="rId3"/>
          <a:stretch>
            <a:fillRect/>
          </a:stretch>
        </p:blipFill>
        <p:spPr>
          <a:xfrm>
            <a:off x="6927233" y="2270013"/>
            <a:ext cx="3515216" cy="1952898"/>
          </a:xfrm>
          <a:prstGeom prst="rect">
            <a:avLst/>
          </a:prstGeom>
        </p:spPr>
      </p:pic>
      <p:sp>
        <p:nvSpPr>
          <p:cNvPr id="5" name="TextBox 4">
            <a:extLst>
              <a:ext uri="{FF2B5EF4-FFF2-40B4-BE49-F238E27FC236}">
                <a16:creationId xmlns:a16="http://schemas.microsoft.com/office/drawing/2014/main" id="{790208BE-4265-0E0C-A485-E92C59289A12}"/>
              </a:ext>
            </a:extLst>
          </p:cNvPr>
          <p:cNvSpPr txBox="1"/>
          <p:nvPr/>
        </p:nvSpPr>
        <p:spPr>
          <a:xfrm>
            <a:off x="609599" y="4085981"/>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A97D123C-548F-37F1-273F-86410F17FACA}"/>
              </a:ext>
            </a:extLst>
          </p:cNvPr>
          <p:cNvSpPr txBox="1"/>
          <p:nvPr/>
        </p:nvSpPr>
        <p:spPr>
          <a:xfrm>
            <a:off x="956545" y="4903692"/>
            <a:ext cx="9368270"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the most purchased music genre separately for each country.</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Rock is the top genre across all the countries visible in the output.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2CAA594-129D-945E-F753-4DD65A17F729}"/>
              </a:ext>
            </a:extLst>
          </p:cNvPr>
          <p:cNvSpPr txBox="1"/>
          <p:nvPr/>
        </p:nvSpPr>
        <p:spPr>
          <a:xfrm>
            <a:off x="657241" y="1819482"/>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4CBA6A0B-EF25-3DBF-30D1-883D5E2C9C81}"/>
              </a:ext>
            </a:extLst>
          </p:cNvPr>
          <p:cNvSpPr txBox="1"/>
          <p:nvPr/>
        </p:nvSpPr>
        <p:spPr>
          <a:xfrm>
            <a:off x="6264231" y="1804093"/>
            <a:ext cx="1326004"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242232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63598B-134D-0910-67BB-01F25D7BFF1C}"/>
              </a:ext>
            </a:extLst>
          </p:cNvPr>
          <p:cNvSpPr txBox="1"/>
          <p:nvPr/>
        </p:nvSpPr>
        <p:spPr>
          <a:xfrm>
            <a:off x="521109" y="199938"/>
            <a:ext cx="11226755" cy="1569660"/>
          </a:xfrm>
          <a:prstGeom prst="rect">
            <a:avLst/>
          </a:prstGeom>
          <a:noFill/>
        </p:spPr>
        <p:txBody>
          <a:bodyPr wrap="square" rtlCol="0">
            <a:spAutoFit/>
          </a:bodyPr>
          <a:lstStyle/>
          <a:p>
            <a:pPr algn="just"/>
            <a:r>
              <a:rPr lang="en-US" sz="2400" b="1" dirty="0"/>
              <a:t>Q</a:t>
            </a:r>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B2C65EE-B51C-ED4D-F4C4-89765BDFD2BE}"/>
              </a:ext>
            </a:extLst>
          </p:cNvPr>
          <p:cNvPicPr>
            <a:picLocks noChangeAspect="1"/>
          </p:cNvPicPr>
          <p:nvPr/>
        </p:nvPicPr>
        <p:blipFill>
          <a:blip r:embed="rId2"/>
          <a:stretch>
            <a:fillRect/>
          </a:stretch>
        </p:blipFill>
        <p:spPr>
          <a:xfrm>
            <a:off x="2089828" y="1715978"/>
            <a:ext cx="3876321" cy="2867914"/>
          </a:xfrm>
          <a:prstGeom prst="rect">
            <a:avLst/>
          </a:prstGeom>
        </p:spPr>
      </p:pic>
      <p:pic>
        <p:nvPicPr>
          <p:cNvPr id="6" name="Picture 5">
            <a:extLst>
              <a:ext uri="{FF2B5EF4-FFF2-40B4-BE49-F238E27FC236}">
                <a16:creationId xmlns:a16="http://schemas.microsoft.com/office/drawing/2014/main" id="{565EA9F6-DCF7-2559-D200-2EA0E68A93D3}"/>
              </a:ext>
            </a:extLst>
          </p:cNvPr>
          <p:cNvPicPr>
            <a:picLocks noChangeAspect="1"/>
          </p:cNvPicPr>
          <p:nvPr/>
        </p:nvPicPr>
        <p:blipFill>
          <a:blip r:embed="rId3"/>
          <a:stretch>
            <a:fillRect/>
          </a:stretch>
        </p:blipFill>
        <p:spPr>
          <a:xfrm>
            <a:off x="6851420" y="2266854"/>
            <a:ext cx="4011172" cy="1295581"/>
          </a:xfrm>
          <a:prstGeom prst="rect">
            <a:avLst/>
          </a:prstGeom>
        </p:spPr>
      </p:pic>
      <p:sp>
        <p:nvSpPr>
          <p:cNvPr id="5" name="TextBox 4">
            <a:extLst>
              <a:ext uri="{FF2B5EF4-FFF2-40B4-BE49-F238E27FC236}">
                <a16:creationId xmlns:a16="http://schemas.microsoft.com/office/drawing/2014/main" id="{8057C2C9-018D-A88C-93EE-1CE54654FAE2}"/>
              </a:ext>
            </a:extLst>
          </p:cNvPr>
          <p:cNvSpPr txBox="1"/>
          <p:nvPr/>
        </p:nvSpPr>
        <p:spPr>
          <a:xfrm>
            <a:off x="222775" y="4175847"/>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02FEACF3-2821-E1FB-0A20-E75AD851B23F}"/>
              </a:ext>
            </a:extLst>
          </p:cNvPr>
          <p:cNvSpPr txBox="1"/>
          <p:nvPr/>
        </p:nvSpPr>
        <p:spPr>
          <a:xfrm>
            <a:off x="889686" y="4530271"/>
            <a:ext cx="10858178" cy="1938992"/>
          </a:xfrm>
          <a:prstGeom prst="rect">
            <a:avLst/>
          </a:prstGeom>
          <a:noFill/>
        </p:spPr>
        <p:txBody>
          <a:bodyPr wrap="square" rtlCol="0">
            <a:spAutoFit/>
          </a:bodyPr>
          <a:lstStyle/>
          <a:p>
            <a:pPr marL="285750" lvl="0" indent="-285750">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Identifies the highest-spending customer within each billing country.</a:t>
            </a:r>
          </a:p>
          <a:p>
            <a:pPr lvl="0"/>
            <a:r>
              <a:rPr lang="en-IN" sz="2400" dirty="0">
                <a:latin typeface="Calibri" panose="020F0502020204030204" pitchFamily="34" charset="0"/>
                <a:ea typeface="Calibri" panose="020F0502020204030204" pitchFamily="34" charset="0"/>
                <a:cs typeface="Calibri" panose="020F0502020204030204" pitchFamily="34" charset="0"/>
              </a:rPr>
              <a:t> </a:t>
            </a:r>
          </a:p>
          <a:p>
            <a:pPr marL="285750" lvl="0" indent="-285750">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The analysis helps understand top customers and their spending patterns across different markets. </a:t>
            </a: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9870A64-0283-077B-DA00-A4CD2EB3A7C6}"/>
              </a:ext>
            </a:extLst>
          </p:cNvPr>
          <p:cNvSpPr txBox="1"/>
          <p:nvPr/>
        </p:nvSpPr>
        <p:spPr>
          <a:xfrm>
            <a:off x="700253" y="1832038"/>
            <a:ext cx="1148071" cy="400110"/>
          </a:xfrm>
          <a:prstGeom prst="rect">
            <a:avLst/>
          </a:prstGeom>
          <a:noFill/>
        </p:spPr>
        <p:txBody>
          <a:bodyPr wrap="none" rtlCol="0">
            <a:spAutoFit/>
          </a:bodyPr>
          <a:lstStyle/>
          <a:p>
            <a:r>
              <a:rPr lang="en-IN" sz="2000" b="1" dirty="0"/>
              <a:t>QUERY</a:t>
            </a:r>
            <a:r>
              <a:rPr lang="en-IN" dirty="0"/>
              <a:t>:</a:t>
            </a:r>
          </a:p>
        </p:txBody>
      </p:sp>
      <p:sp>
        <p:nvSpPr>
          <p:cNvPr id="8" name="TextBox 7">
            <a:extLst>
              <a:ext uri="{FF2B5EF4-FFF2-40B4-BE49-F238E27FC236}">
                <a16:creationId xmlns:a16="http://schemas.microsoft.com/office/drawing/2014/main" id="{0FD7389F-98A2-D7B1-06BA-9F0302E29340}"/>
              </a:ext>
            </a:extLst>
          </p:cNvPr>
          <p:cNvSpPr txBox="1"/>
          <p:nvPr/>
        </p:nvSpPr>
        <p:spPr>
          <a:xfrm>
            <a:off x="6513121" y="1763603"/>
            <a:ext cx="1326004"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552746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81F1AEA-2E14-C84F-12D7-AD10B51B8858}"/>
              </a:ext>
            </a:extLst>
          </p:cNvPr>
          <p:cNvSpPr>
            <a:spLocks noGrp="1"/>
          </p:cNvSpPr>
          <p:nvPr>
            <p:ph type="body" idx="1"/>
          </p:nvPr>
        </p:nvSpPr>
        <p:spPr>
          <a:xfrm>
            <a:off x="629265" y="1022555"/>
            <a:ext cx="11277600" cy="5154408"/>
          </a:xfrm>
        </p:spPr>
        <p:txBody>
          <a:bodyPr/>
          <a:lstStyle/>
          <a:p>
            <a:pPr>
              <a:buFont typeface="Wingdings" panose="05000000000000000000" pitchFamily="2" charset="2"/>
              <a:buChar char="Ø"/>
            </a:pPr>
            <a:r>
              <a:rPr lang="en-US" sz="2500" dirty="0"/>
              <a:t>Understanding relationships between tables and choosing the correct JOIN path.</a:t>
            </a:r>
          </a:p>
          <a:p>
            <a:pPr marL="114300" indent="0">
              <a:buNone/>
            </a:pPr>
            <a:endParaRPr lang="en-US" sz="2500" dirty="0"/>
          </a:p>
          <a:p>
            <a:pPr>
              <a:buFont typeface="Wingdings" panose="05000000000000000000" pitchFamily="2" charset="2"/>
              <a:buChar char="Ø"/>
            </a:pPr>
            <a:r>
              <a:rPr lang="en-US" sz="2500" dirty="0"/>
              <a:t>Maintaining data consistency through primary and foreign key constraints.</a:t>
            </a:r>
          </a:p>
          <a:p>
            <a:pPr marL="114300" indent="0">
              <a:buNone/>
            </a:pPr>
            <a:endParaRPr lang="en-US" sz="2500" dirty="0"/>
          </a:p>
          <a:p>
            <a:pPr>
              <a:buFont typeface="Wingdings" panose="05000000000000000000" pitchFamily="2" charset="2"/>
              <a:buChar char="Ø"/>
            </a:pPr>
            <a:r>
              <a:rPr lang="en-US" sz="2500" dirty="0"/>
              <a:t>Handling aggregation when multiple tables are joined together.</a:t>
            </a:r>
          </a:p>
          <a:p>
            <a:pPr marL="114300" indent="0">
              <a:buNone/>
            </a:pPr>
            <a:endParaRPr lang="en-US" sz="2500" dirty="0"/>
          </a:p>
          <a:p>
            <a:pPr>
              <a:buFont typeface="Wingdings" panose="05000000000000000000" pitchFamily="2" charset="2"/>
              <a:buChar char="Ø"/>
            </a:pPr>
            <a:r>
              <a:rPr lang="en-US" sz="2500" dirty="0"/>
              <a:t>Working with date, quantity and price fields while calculating business metrics.</a:t>
            </a:r>
          </a:p>
          <a:p>
            <a:pPr marL="114300" indent="0">
              <a:buNone/>
            </a:pPr>
            <a:endParaRPr lang="en-US" sz="2500" dirty="0"/>
          </a:p>
          <a:p>
            <a:pPr>
              <a:buFont typeface="Wingdings" panose="05000000000000000000" pitchFamily="2" charset="2"/>
              <a:buChar char="Ø"/>
            </a:pPr>
            <a:r>
              <a:rPr lang="en-US" sz="2500" dirty="0"/>
              <a:t>Using ranking logic to handle country-level winners and tied results.</a:t>
            </a:r>
          </a:p>
          <a:p>
            <a:pPr marL="114300" indent="0">
              <a:buNone/>
            </a:pPr>
            <a:endParaRPr lang="en-IN" dirty="0"/>
          </a:p>
        </p:txBody>
      </p:sp>
      <p:sp>
        <p:nvSpPr>
          <p:cNvPr id="3" name="Title 2">
            <a:extLst>
              <a:ext uri="{FF2B5EF4-FFF2-40B4-BE49-F238E27FC236}">
                <a16:creationId xmlns:a16="http://schemas.microsoft.com/office/drawing/2014/main" id="{47B514BB-5797-485B-D99B-1A6DB04087B6}"/>
              </a:ext>
            </a:extLst>
          </p:cNvPr>
          <p:cNvSpPr>
            <a:spLocks noGrp="1"/>
          </p:cNvSpPr>
          <p:nvPr>
            <p:ph type="title"/>
          </p:nvPr>
        </p:nvSpPr>
        <p:spPr>
          <a:xfrm>
            <a:off x="199103" y="416232"/>
            <a:ext cx="3173361" cy="529610"/>
          </a:xfrm>
        </p:spPr>
        <p:txBody>
          <a:bodyPr>
            <a:normAutofit/>
          </a:bodyPr>
          <a:lstStyle/>
          <a:p>
            <a:r>
              <a:rPr lang="en-IN" sz="2500" b="1" dirty="0"/>
              <a:t>CHALLENGES FACED:</a:t>
            </a:r>
          </a:p>
        </p:txBody>
      </p:sp>
    </p:spTree>
    <p:extLst>
      <p:ext uri="{BB962C8B-B14F-4D97-AF65-F5344CB8AC3E}">
        <p14:creationId xmlns:p14="http://schemas.microsoft.com/office/powerpoint/2010/main" val="2276263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41CA8-22B6-A78F-19F8-27C3F0CE0F14}"/>
              </a:ext>
            </a:extLst>
          </p:cNvPr>
          <p:cNvSpPr>
            <a:spLocks noGrp="1"/>
          </p:cNvSpPr>
          <p:nvPr>
            <p:ph type="title"/>
          </p:nvPr>
        </p:nvSpPr>
        <p:spPr>
          <a:xfrm>
            <a:off x="248265" y="241197"/>
            <a:ext cx="2367116" cy="834410"/>
          </a:xfrm>
        </p:spPr>
        <p:txBody>
          <a:bodyPr>
            <a:normAutofit/>
          </a:bodyPr>
          <a:lstStyle/>
          <a:p>
            <a:r>
              <a:rPr lang="en-IN" sz="2400" b="1" dirty="0"/>
              <a:t>CONCLUSION:</a:t>
            </a:r>
          </a:p>
        </p:txBody>
      </p:sp>
      <p:sp>
        <p:nvSpPr>
          <p:cNvPr id="3" name="Text Placeholder 2">
            <a:extLst>
              <a:ext uri="{FF2B5EF4-FFF2-40B4-BE49-F238E27FC236}">
                <a16:creationId xmlns:a16="http://schemas.microsoft.com/office/drawing/2014/main" id="{EA6635B3-3E29-9AB6-8510-66D8958B4511}"/>
              </a:ext>
            </a:extLst>
          </p:cNvPr>
          <p:cNvSpPr>
            <a:spLocks noGrp="1"/>
          </p:cNvSpPr>
          <p:nvPr>
            <p:ph type="body" idx="1"/>
          </p:nvPr>
        </p:nvSpPr>
        <p:spPr>
          <a:xfrm>
            <a:off x="403122" y="1075607"/>
            <a:ext cx="11169445" cy="4928266"/>
          </a:xfrm>
        </p:spPr>
        <p:txBody>
          <a:bodyPr/>
          <a:lstStyle/>
          <a:p>
            <a:pPr>
              <a:buFont typeface="Wingdings" panose="05000000000000000000" pitchFamily="2" charset="2"/>
              <a:buChar char="Ø"/>
            </a:pPr>
            <a:r>
              <a:rPr lang="en-US" sz="2500" dirty="0"/>
              <a:t>The project demonstrates how SQL can turn relational music-store data into insights.</a:t>
            </a:r>
          </a:p>
          <a:p>
            <a:pPr marL="114300" indent="0">
              <a:buNone/>
            </a:pPr>
            <a:endParaRPr lang="en-US" sz="2500" dirty="0"/>
          </a:p>
          <a:p>
            <a:pPr>
              <a:buFont typeface="Wingdings" panose="05000000000000000000" pitchFamily="2" charset="2"/>
              <a:buChar char="Ø"/>
            </a:pPr>
            <a:r>
              <a:rPr lang="en-US" sz="2500" dirty="0"/>
              <a:t>Joins connect business entities while aggregation summarizes sales and spending.</a:t>
            </a:r>
          </a:p>
          <a:p>
            <a:pPr marL="114300" indent="0">
              <a:buNone/>
            </a:pPr>
            <a:endParaRPr lang="en-US" sz="2500" dirty="0"/>
          </a:p>
          <a:p>
            <a:pPr>
              <a:buFont typeface="Wingdings" panose="05000000000000000000" pitchFamily="2" charset="2"/>
              <a:buChar char="Ø"/>
            </a:pPr>
            <a:r>
              <a:rPr lang="en-US" sz="2500" dirty="0"/>
              <a:t>Subqueries and window functions solve more advanced analytical requirements.</a:t>
            </a:r>
          </a:p>
          <a:p>
            <a:pPr marL="114300" indent="0">
              <a:buNone/>
            </a:pPr>
            <a:endParaRPr lang="en-US" sz="2500" dirty="0"/>
          </a:p>
          <a:p>
            <a:pPr>
              <a:buFont typeface="Wingdings" panose="05000000000000000000" pitchFamily="2" charset="2"/>
              <a:buChar char="Ø"/>
            </a:pPr>
            <a:r>
              <a:rPr lang="en-US" sz="2500" dirty="0"/>
              <a:t>The analysis identifies high-value customers, cities, artists, genres and countries.</a:t>
            </a:r>
          </a:p>
          <a:p>
            <a:pPr marL="114300" indent="0">
              <a:buNone/>
            </a:pPr>
            <a:endParaRPr lang="en-US" sz="2500" dirty="0"/>
          </a:p>
          <a:p>
            <a:pPr>
              <a:buFont typeface="Wingdings" panose="05000000000000000000" pitchFamily="2" charset="2"/>
              <a:buChar char="Ø"/>
            </a:pPr>
            <a:r>
              <a:rPr lang="en-US" sz="2500" dirty="0"/>
              <a:t>Overall, the project strengthens practical database and SQL analysis skills.</a:t>
            </a:r>
          </a:p>
          <a:p>
            <a:pPr marL="114300" indent="0">
              <a:buNone/>
            </a:pPr>
            <a:endParaRPr lang="en-IN" dirty="0"/>
          </a:p>
        </p:txBody>
      </p:sp>
    </p:spTree>
    <p:extLst>
      <p:ext uri="{BB962C8B-B14F-4D97-AF65-F5344CB8AC3E}">
        <p14:creationId xmlns:p14="http://schemas.microsoft.com/office/powerpoint/2010/main" val="31631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2238</TotalTime>
  <Words>1101</Words>
  <Application>Microsoft Office PowerPoint</Application>
  <PresentationFormat>Widescreen</PresentationFormat>
  <Paragraphs>151</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Arial</vt:lpstr>
      <vt:lpstr>Libre Baskerville</vt:lpstr>
      <vt:lpstr>Lato Black</vt:lpstr>
      <vt:lpstr>Wingdings</vt:lpstr>
      <vt:lpstr>Office Theme</vt:lpstr>
      <vt:lpstr>PowerPoint Presentation</vt:lpstr>
      <vt:lpstr>PowerPoint Presentation</vt:lpstr>
      <vt:lpstr>OBJECTIVE:</vt:lpstr>
      <vt:lpstr>PROBLEM STATEMENT:</vt:lpstr>
      <vt:lpstr>PowerPoint Presentation</vt:lpstr>
      <vt:lpstr>TECHNIQUES USED &amp; KEY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FACED: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NIVETHA S</cp:lastModifiedBy>
  <cp:revision>1</cp:revision>
  <dcterms:created xsi:type="dcterms:W3CDTF">2021-02-16T05:19:01Z</dcterms:created>
  <dcterms:modified xsi:type="dcterms:W3CDTF">2026-08-17T09:24:40Z</dcterms:modified>
</cp:coreProperties>
</file>